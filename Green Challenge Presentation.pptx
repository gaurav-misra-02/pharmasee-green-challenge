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4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5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theme/theme6.xml" ContentType="application/vnd.openxmlformats-officedocument.them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7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8.xml" ContentType="application/vnd.openxmlformats-officedocument.theme+xml"/>
  <Override PartName="/ppt/tags/tag234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15" r:id="rId4"/>
    <p:sldMasterId id="2147483934" r:id="rId5"/>
    <p:sldMasterId id="2147483957" r:id="rId6"/>
    <p:sldMasterId id="2147483979" r:id="rId7"/>
    <p:sldMasterId id="2147484047" r:id="rId8"/>
    <p:sldMasterId id="2147484100" r:id="rId9"/>
    <p:sldMasterId id="2147484172" r:id="rId10"/>
    <p:sldMasterId id="2147484196" r:id="rId11"/>
  </p:sldMasterIdLst>
  <p:notesMasterIdLst>
    <p:notesMasterId r:id="rId16"/>
  </p:notesMasterIdLst>
  <p:handoutMasterIdLst>
    <p:handoutMasterId r:id="rId17"/>
  </p:handoutMasterIdLst>
  <p:sldIdLst>
    <p:sldId id="2147480187" r:id="rId12"/>
    <p:sldId id="2147480188" r:id="rId13"/>
    <p:sldId id="2147480189" r:id="rId14"/>
    <p:sldId id="2147480190" r:id="rId15"/>
  </p:sldIdLst>
  <p:sldSz cx="9906000" cy="6858000" type="A4"/>
  <p:notesSz cx="6794500" cy="9931400"/>
  <p:custDataLst>
    <p:tags r:id="rId18"/>
  </p:custDataLst>
  <p:defaultTextStyle>
    <a:defPPr>
      <a:defRPr lang="ja-JP"/>
    </a:defPPr>
    <a:lvl1pPr marL="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20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78"/>
    <a:srgbClr val="F2F2F2"/>
    <a:srgbClr val="ACC0E2"/>
    <a:srgbClr val="E0EEF8"/>
    <a:srgbClr val="F59637"/>
    <a:srgbClr val="000060"/>
    <a:srgbClr val="64AADC"/>
    <a:srgbClr val="979898"/>
    <a:srgbClr val="7F7F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6370" autoAdjust="0"/>
  </p:normalViewPr>
  <p:slideViewPr>
    <p:cSldViewPr snapToObjects="1" showGuides="1">
      <p:cViewPr varScale="1">
        <p:scale>
          <a:sx n="93" d="100"/>
          <a:sy n="93" d="100"/>
        </p:scale>
        <p:origin x="955" y="86"/>
      </p:cViewPr>
      <p:guideLst>
        <p:guide pos="6204"/>
        <p:guide orient="horz" pos="2160"/>
      </p:guideLst>
    </p:cSldViewPr>
  </p:slideViewPr>
  <p:outlineViewPr>
    <p:cViewPr>
      <p:scale>
        <a:sx n="33" d="100"/>
        <a:sy n="33" d="100"/>
      </p:scale>
      <p:origin x="0" y="-15258"/>
    </p:cViewPr>
  </p:outlineViewPr>
  <p:notesTextViewPr>
    <p:cViewPr>
      <p:scale>
        <a:sx n="33" d="100"/>
        <a:sy n="33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4" d="100"/>
          <a:sy n="74" d="100"/>
        </p:scale>
        <p:origin x="300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57-4560-98CB-235D4D726D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57-4560-98CB-235D4D726D35}"/>
              </c:ext>
            </c:extLst>
          </c:dPt>
          <c:cat>
            <c:strRef>
              <c:f>Sheet1!$A$2:$A$3</c:f>
              <c:strCache>
                <c:ptCount val="2"/>
                <c:pt idx="0">
                  <c:v>Polluted</c:v>
                </c:pt>
                <c:pt idx="1">
                  <c:v>Not Polluted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B3-4852-B5EC-7FBB089E2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Europe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7D-4895-8413-15442284F2F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7D-4895-8413-15442284F2FB}"/>
              </c:ext>
            </c:extLst>
          </c:dPt>
          <c:cat>
            <c:strRef>
              <c:f>Sheet1!$A$2:$A$3</c:f>
              <c:strCache>
                <c:ptCount val="2"/>
                <c:pt idx="0">
                  <c:v>Polluted</c:v>
                </c:pt>
                <c:pt idx="1">
                  <c:v>Not Polluted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7D-4895-8413-15442284F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ACD0365-DF38-6046-9301-954ABA44A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4282" cy="498295"/>
          </a:xfrm>
          <a:prstGeom prst="rect">
            <a:avLst/>
          </a:prstGeom>
        </p:spPr>
        <p:txBody>
          <a:bodyPr vert="horz" lIns="91366" tIns="45684" rIns="91366" bIns="4568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634775-D7A9-0542-ADD4-BA28AD6AB1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7" y="1"/>
            <a:ext cx="2944282" cy="498295"/>
          </a:xfrm>
          <a:prstGeom prst="rect">
            <a:avLst/>
          </a:prstGeom>
        </p:spPr>
        <p:txBody>
          <a:bodyPr vert="horz" lIns="91366" tIns="45684" rIns="91366" bIns="45684" rtlCol="0"/>
          <a:lstStyle>
            <a:lvl1pPr algn="r">
              <a:defRPr sz="1200"/>
            </a:lvl1pPr>
          </a:lstStyle>
          <a:p>
            <a:fld id="{5451D7CC-EF2C-FD46-8E9B-555F408ACD43}" type="datetimeFigureOut">
              <a:rPr kumimoji="1" lang="ja-JP" altLang="en-US" smtClean="0"/>
              <a:t>2024/6/28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A105A2-D089-1A48-829A-82E85E34EE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33109"/>
            <a:ext cx="2944282" cy="498294"/>
          </a:xfrm>
          <a:prstGeom prst="rect">
            <a:avLst/>
          </a:prstGeom>
        </p:spPr>
        <p:txBody>
          <a:bodyPr vert="horz" lIns="91366" tIns="45684" rIns="91366" bIns="45684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E9F88C-A495-8E4C-91E4-A0448F8E7A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7" y="9433109"/>
            <a:ext cx="2944282" cy="498294"/>
          </a:xfrm>
          <a:prstGeom prst="rect">
            <a:avLst/>
          </a:prstGeom>
        </p:spPr>
        <p:txBody>
          <a:bodyPr vert="horz" lIns="91366" tIns="45684" rIns="91366" bIns="45684" rtlCol="0" anchor="b"/>
          <a:lstStyle>
            <a:lvl1pPr algn="r">
              <a:defRPr sz="1200"/>
            </a:lvl1pPr>
          </a:lstStyle>
          <a:p>
            <a:fld id="{B8E56E7F-BC97-8844-B5AB-A0E20FD941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008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4282" cy="498295"/>
          </a:xfrm>
          <a:prstGeom prst="rect">
            <a:avLst/>
          </a:prstGeom>
        </p:spPr>
        <p:txBody>
          <a:bodyPr vert="horz" lIns="91366" tIns="45684" rIns="91366" bIns="45684" rtlCol="0"/>
          <a:lstStyle>
            <a:lvl1pPr algn="l">
              <a:defRPr sz="96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48647" y="1"/>
            <a:ext cx="2944282" cy="498295"/>
          </a:xfrm>
          <a:prstGeom prst="rect">
            <a:avLst/>
          </a:prstGeom>
        </p:spPr>
        <p:txBody>
          <a:bodyPr vert="horz" lIns="91366" tIns="45684" rIns="91366" bIns="45684" rtlCol="0"/>
          <a:lstStyle>
            <a:lvl1pPr algn="r">
              <a:defRPr sz="960"/>
            </a:lvl1pPr>
          </a:lstStyle>
          <a:p>
            <a:fld id="{038CA037-5F36-E240-9624-6014F2A8F4EC}" type="datetimeFigureOut">
              <a:rPr kumimoji="1" lang="ja-JP" altLang="en-US" smtClean="0"/>
              <a:t>2024/6/28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3013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66" tIns="45684" rIns="91366" bIns="4568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450" y="4779488"/>
            <a:ext cx="5435600" cy="3910489"/>
          </a:xfrm>
          <a:prstGeom prst="rect">
            <a:avLst/>
          </a:prstGeom>
        </p:spPr>
        <p:txBody>
          <a:bodyPr vert="horz" lIns="91366" tIns="45684" rIns="91366" bIns="45684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9433109"/>
            <a:ext cx="2944282" cy="498294"/>
          </a:xfrm>
          <a:prstGeom prst="rect">
            <a:avLst/>
          </a:prstGeom>
        </p:spPr>
        <p:txBody>
          <a:bodyPr vert="horz" lIns="91366" tIns="45684" rIns="91366" bIns="45684" rtlCol="0" anchor="b"/>
          <a:lstStyle>
            <a:lvl1pPr algn="l">
              <a:defRPr sz="96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48647" y="9433109"/>
            <a:ext cx="2944282" cy="498294"/>
          </a:xfrm>
          <a:prstGeom prst="rect">
            <a:avLst/>
          </a:prstGeom>
        </p:spPr>
        <p:txBody>
          <a:bodyPr vert="horz" lIns="91366" tIns="45684" rIns="91366" bIns="45684" rtlCol="0" anchor="b"/>
          <a:lstStyle>
            <a:lvl1pPr algn="r">
              <a:defRPr sz="960"/>
            </a:lvl1pPr>
          </a:lstStyle>
          <a:p>
            <a:fld id="{17B69022-2E16-7042-BFCB-B914F4A6E3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19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9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2.jpeg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3.jpeg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jpeg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5" Type="http://schemas.openxmlformats.org/officeDocument/2006/relationships/image" Target="../media/image10.jpeg"/><Relationship Id="rId4" Type="http://schemas.openxmlformats.org/officeDocument/2006/relationships/image" Target="../media/image9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9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9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1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image" Target="../media/image15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9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9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9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9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9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9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9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9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5" Type="http://schemas.openxmlformats.org/officeDocument/2006/relationships/image" Target="../media/image2.png"/><Relationship Id="rId4" Type="http://schemas.openxmlformats.org/officeDocument/2006/relationships/image" Target="../media/image17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2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3.jp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4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20.jp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5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5.jp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6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6.jp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7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8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9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0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1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3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4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5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6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7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8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9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0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1.xml"/><Relationship Id="rId4" Type="http://schemas.openxmlformats.org/officeDocument/2006/relationships/image" Target="../media/image2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2.xml"/><Relationship Id="rId5" Type="http://schemas.openxmlformats.org/officeDocument/2006/relationships/image" Target="../media/image2.png"/><Relationship Id="rId4" Type="http://schemas.openxmlformats.org/officeDocument/2006/relationships/image" Target="../media/image9.emf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4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5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6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0.xml"/><Relationship Id="rId4" Type="http://schemas.openxmlformats.org/officeDocument/2006/relationships/image" Target="../media/image9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71.xml"/><Relationship Id="rId4" Type="http://schemas.openxmlformats.org/officeDocument/2006/relationships/image" Target="../media/image9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9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0.bin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1.bin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3.jp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3.bin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20.jp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4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5.jp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5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jp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6.bin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7.bin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8.bin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9.bin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0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7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2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3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4.bin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5.bin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6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7.bin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8.bin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9.bin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4.xml"/><Relationship Id="rId5" Type="http://schemas.openxmlformats.org/officeDocument/2006/relationships/image" Target="../media/image2.png"/><Relationship Id="rId4" Type="http://schemas.openxmlformats.org/officeDocument/2006/relationships/image" Target="../media/image9.emf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1.bin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2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3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4.bin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5.bin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6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7.bin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8.bin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9.bin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0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3.jp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2.bin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20.jp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3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5.jp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4.bin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image" Target="../media/image6.jpg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5.bin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6.bin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image" Target="../media/image4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7.bin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8.bin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89.bin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7.png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1.bin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2.bin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3.bin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4.bin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5.bin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6.bin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7.bin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98.bin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171.xml"/><Relationship Id="rId5" Type="http://schemas.openxmlformats.org/officeDocument/2006/relationships/image" Target="../media/image2.png"/><Relationship Id="rId4" Type="http://schemas.openxmlformats.org/officeDocument/2006/relationships/image" Target="../media/image9.emf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0.bin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1.bin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2.bin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3.bin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4.bin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5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6.bin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7.bin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8.bin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9.bin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0.bin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7" Type="http://schemas.openxmlformats.org/officeDocument/2006/relationships/image" Target="../media/image3.jpg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2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7" Type="http://schemas.openxmlformats.org/officeDocument/2006/relationships/image" Target="../media/image20.jpg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3.bin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7" Type="http://schemas.openxmlformats.org/officeDocument/2006/relationships/image" Target="../media/image5.jpg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4.bin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7" Type="http://schemas.openxmlformats.org/officeDocument/2006/relationships/image" Target="../media/image6.jpg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5.bin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6.bin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image" Target="../media/image19.jpe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7.bin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8.bin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9.bin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7.png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1.bin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2.bin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3.bin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4.bin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5.bin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6.bin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7.bin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28.bin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230.xml"/><Relationship Id="rId4" Type="http://schemas.openxmlformats.org/officeDocument/2006/relationships/image" Target="../media/image21.emf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231.xml"/><Relationship Id="rId5" Type="http://schemas.openxmlformats.org/officeDocument/2006/relationships/image" Target="../media/image2.png"/><Relationship Id="rId4" Type="http://schemas.openxmlformats.org/officeDocument/2006/relationships/image" Target="../media/image9.emf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image" Target="../media/image2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31.bin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デジタ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図 3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1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42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7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18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</p:spTree>
    <p:extLst>
      <p:ext uri="{BB962C8B-B14F-4D97-AF65-F5344CB8AC3E}">
        <p14:creationId xmlns:p14="http://schemas.microsoft.com/office/powerpoint/2010/main" val="438211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図 4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516" y="0"/>
            <a:ext cx="2963484" cy="6858000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53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033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図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9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23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24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70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表紙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766" y="2988000"/>
            <a:ext cx="8924284" cy="442035"/>
          </a:xfrm>
          <a:prstGeom prst="rect">
            <a:avLst/>
          </a:prstGeom>
          <a:noFill/>
        </p:spPr>
        <p:txBody>
          <a:bodyPr lIns="0" tIns="36000" rIns="0" bIns="36000" anchor="b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8" y="687600"/>
            <a:ext cx="8924662" cy="365357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8" y="5436000"/>
            <a:ext cx="6332400" cy="252000"/>
          </a:xfrm>
        </p:spPr>
        <p:txBody>
          <a:bodyPr lIns="0" tIns="46800" rIns="90000" bIns="4680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4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4" y="4017600"/>
            <a:ext cx="6332400" cy="342000"/>
          </a:xfrm>
        </p:spPr>
        <p:txBody>
          <a:bodyPr lIns="0" tIns="46800" rIns="90000" bIns="4680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35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36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</a:endParaRPr>
            </a:p>
          </p:txBody>
        </p:sp>
      </p:grpSp>
      <p:pic>
        <p:nvPicPr>
          <p:cNvPr id="37" name="図 36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38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+サブ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08363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>
              <a:spcBef>
                <a:spcPts val="0"/>
              </a:spcBef>
              <a:buNone/>
              <a:defRPr sz="144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サブタイトル</a:t>
            </a:r>
          </a:p>
        </p:txBody>
      </p:sp>
      <p:sp>
        <p:nvSpPr>
          <p:cNvPr id="41" name="Title 1"/>
          <p:cNvSpPr>
            <a:spLocks noGrp="1"/>
          </p:cNvSpPr>
          <p:nvPr>
            <p:ph type="ctrTitle"/>
          </p:nvPr>
        </p:nvSpPr>
        <p:spPr>
          <a:xfrm>
            <a:off x="492766" y="2988000"/>
            <a:ext cx="8924284" cy="442035"/>
          </a:xfrm>
          <a:prstGeom prst="rect">
            <a:avLst/>
          </a:prstGeom>
          <a:noFill/>
        </p:spPr>
        <p:txBody>
          <a:bodyPr lIns="0" tIns="36000" rIns="0" bIns="36000" anchor="b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2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8" y="5436000"/>
            <a:ext cx="6332400" cy="252000"/>
          </a:xfrm>
        </p:spPr>
        <p:txBody>
          <a:bodyPr lIns="0" tIns="46800" rIns="90000" bIns="4680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43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4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44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4" y="4017600"/>
            <a:ext cx="6332400" cy="342000"/>
          </a:xfrm>
        </p:spPr>
        <p:txBody>
          <a:bodyPr lIns="0" tIns="46800" rIns="90000" bIns="4680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6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7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solidFill>
                  <a:prstClr val="black"/>
                </a:solidFill>
              </a:endParaRPr>
            </a:p>
          </p:txBody>
        </p:sp>
      </p:grpSp>
      <p:pic>
        <p:nvPicPr>
          <p:cNvPr id="48" name="図 47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47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2427" y="1120654"/>
            <a:ext cx="6901149" cy="5137200"/>
          </a:xfrm>
        </p:spPr>
        <p:txBody>
          <a:bodyPr>
            <a:noAutofit/>
          </a:bodyPr>
          <a:lstStyle>
            <a:lvl1pPr marL="342900" indent="-342900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28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12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931778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 userDrawn="1">
          <p15:clr>
            <a:srgbClr val="FBAE40"/>
          </p15:clr>
        </p15:guide>
        <p15:guide id="2" pos="9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多/二段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496" y="1120654"/>
            <a:ext cx="9073012" cy="5137200"/>
          </a:xfrm>
        </p:spPr>
        <p:txBody>
          <a:bodyPr rIns="0" numCol="2" spcCol="360000">
            <a:noAutofit/>
          </a:bodyPr>
          <a:lstStyle>
            <a:lvl1pPr marL="271463" indent="-271463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12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96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960"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8910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D6ED402-EDA3-6FE1-ADA1-817DD97B37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3060000"/>
            <a:ext cx="8640000" cy="504000"/>
          </a:xfrm>
          <a:prstGeom prst="rect">
            <a:avLst/>
          </a:prstGeo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1920" baseline="0">
                <a:solidFill>
                  <a:srgbClr val="000F78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ja-JP" altLang="en-US"/>
              <a:t>マスター 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575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84633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9C78DF-9F4E-428F-8949-4660E432C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025" y="835200"/>
            <a:ext cx="9504000" cy="561657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E5B7E22-4349-4043-8C35-8AA7558D3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3911159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2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tIns="324000">
            <a:spAutoFit/>
          </a:bodyPr>
          <a:lstStyle>
            <a:lvl1pPr fontAlgn="ctr">
              <a:defRPr baseline="0">
                <a:latin typeface="+mn-ea"/>
                <a:ea typeface="+mn-ea"/>
              </a:defRPr>
            </a:lvl1pPr>
          </a:lstStyle>
          <a:p>
            <a:r>
              <a:rPr lang="en-US" altLang="ja-JP" dirty="0"/>
              <a:t>1</a:t>
            </a:r>
            <a:r>
              <a:rPr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章タイトル</a:t>
            </a:r>
            <a:r>
              <a:rPr kumimoji="1" lang="en-US" altLang="ja-JP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/</a:t>
            </a:r>
            <a:r>
              <a: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スライドタイトルを入力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545910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tIns="324000">
            <a:spAutoFit/>
          </a:bodyPr>
          <a:lstStyle>
            <a:lvl1pPr fontAlgn="ctr"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1</a:t>
            </a:r>
            <a:r>
              <a:rPr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124744"/>
            <a:ext cx="9502775" cy="532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73596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 baseline="0">
                <a:latin typeface="+mn-ea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59205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>
                <a:latin typeface="+mn-ea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485336"/>
            <a:ext cx="9502775" cy="496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10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algn="l" fontAlgn="ctr">
              <a:lnSpc>
                <a:spcPct val="100000"/>
              </a:lnSpc>
            </a:pPr>
            <a:r>
              <a:rPr lang="ja-JP" altLang="en-US" sz="1600" b="1" dirty="0">
                <a:solidFill>
                  <a:srgbClr val="000F78"/>
                </a:solidFill>
                <a:latin typeface="+mn-ea"/>
                <a:ea typeface="+mn-ea"/>
              </a:rPr>
              <a:t>経歴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D26883-9F47-4771-B812-9FFEC4043CA7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algn="l" fontAlgn="ctr">
              <a:lnSpc>
                <a:spcPct val="100000"/>
              </a:lnSpc>
            </a:pPr>
            <a:r>
              <a:rPr lang="ja-JP" altLang="en-US" sz="1600" b="1" dirty="0">
                <a:solidFill>
                  <a:srgbClr val="000F78"/>
                </a:solidFill>
                <a:latin typeface="+mn-ea"/>
                <a:ea typeface="+mn-ea"/>
              </a:rPr>
              <a:t>主要プロジェクト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692F409-148C-4ECA-8461-74E337BDD83A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1D5F7FB-D5C9-442A-A715-816C7DB310A8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algn="l" fontAlgn="ctr">
              <a:lnSpc>
                <a:spcPct val="100000"/>
              </a:lnSpc>
            </a:pPr>
            <a:r>
              <a:rPr lang="ja-JP" altLang="en-US" sz="1600" b="1" dirty="0">
                <a:solidFill>
                  <a:srgbClr val="000F78"/>
                </a:solidFill>
                <a:latin typeface="+mn-ea"/>
                <a:ea typeface="+mn-ea"/>
              </a:rPr>
              <a:t>専門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DC8E470-EBB0-4A37-855C-C3912B29471A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4521000" y="1412776"/>
            <a:ext cx="5184000" cy="504000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96267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6DC105-3612-45FB-8BFC-2C6F9403A975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algn="l" fontAlgn="ctr">
              <a:lnSpc>
                <a:spcPct val="100000"/>
              </a:lnSpc>
            </a:pPr>
            <a:r>
              <a:rPr lang="ja-JP" altLang="en-US" sz="1600" b="1" dirty="0">
                <a:solidFill>
                  <a:srgbClr val="000F78"/>
                </a:solidFill>
                <a:latin typeface="+mn-ea"/>
                <a:ea typeface="+mn-ea"/>
              </a:rPr>
              <a:t>主要プロジェクト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CA3323B-AF9B-4AF1-BE27-65FB15FB99A4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EA90D61-2335-40F0-A9AF-1BFBC8DDDD46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algn="l" fontAlgn="ctr">
              <a:lnSpc>
                <a:spcPct val="100000"/>
              </a:lnSpc>
            </a:pPr>
            <a:r>
              <a:rPr lang="ja-JP" altLang="en-US" sz="1600" b="1" dirty="0">
                <a:solidFill>
                  <a:srgbClr val="000F78"/>
                </a:solidFill>
                <a:latin typeface="+mn-ea"/>
                <a:ea typeface="+mn-ea"/>
              </a:rPr>
              <a:t>専門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183AE00-A38E-4339-B2DE-ADC882984879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algn="l" fontAlgn="ctr">
              <a:lnSpc>
                <a:spcPct val="100000"/>
              </a:lnSpc>
            </a:pPr>
            <a:r>
              <a:rPr lang="ja-JP" altLang="en-US" sz="1600" b="1" dirty="0">
                <a:solidFill>
                  <a:srgbClr val="000F78"/>
                </a:solidFill>
                <a:latin typeface="+mn-ea"/>
                <a:ea typeface="+mn-ea"/>
              </a:rPr>
              <a:t>経歴</a:t>
            </a:r>
          </a:p>
        </p:txBody>
      </p:sp>
      <p:sp>
        <p:nvSpPr>
          <p:cNvPr id="13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4521000" y="1412776"/>
            <a:ext cx="5184000" cy="504000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786969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 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64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n-ea"/>
                <a:ea typeface="+mn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経歴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1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専門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indent="-187200" fontAlgn="ctr">
              <a:spcBef>
                <a:spcPts val="576"/>
              </a:spcBef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主要プロジェクト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7363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64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n-ea"/>
                <a:ea typeface="+mn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経歴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5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専門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6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主要プロジェクト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0001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677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8579C954-6CF1-F280-36DD-2349B0D9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99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541A88-D19A-D4C7-B866-6CEB1244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3436EC-EAFB-9103-DFA0-2FC70793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10102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デジタ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69"/>
            <a:ext cx="6332818" cy="365357"/>
          </a:xfrm>
        </p:spPr>
        <p:txBody>
          <a:bodyPr wrap="square"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ja-JP" altLang="en-US"/>
              <a:t>御中</a:t>
            </a:r>
            <a:endParaRPr lang="en-US" altLang="ja-JP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43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日付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9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20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2A2F4FC-EAE6-4F8C-A5CF-0306A3B7DF34}"/>
              </a:ext>
            </a:extLst>
          </p:cNvPr>
          <p:cNvCxnSpPr>
            <a:cxnSpLocks/>
          </p:cNvCxnSpPr>
          <p:nvPr userDrawn="1"/>
        </p:nvCxnSpPr>
        <p:spPr>
          <a:xfrm>
            <a:off x="488504" y="3439940"/>
            <a:ext cx="6336706" cy="0"/>
          </a:xfrm>
          <a:prstGeom prst="line">
            <a:avLst/>
          </a:prstGeom>
          <a:ln w="31750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プレースホルダー 14">
            <a:extLst>
              <a:ext uri="{FF2B5EF4-FFF2-40B4-BE49-F238E27FC236}">
                <a16:creationId xmlns:a16="http://schemas.microsoft.com/office/drawing/2014/main" id="{7E85A6B3-6AD3-4773-8DA9-B5FE707890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6" y="4491643"/>
            <a:ext cx="6332442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グローバル製造業コンサルティング部</a:t>
            </a:r>
          </a:p>
        </p:txBody>
      </p:sp>
      <p:sp>
        <p:nvSpPr>
          <p:cNvPr id="25" name="テキスト プレースホルダー 4">
            <a:extLst>
              <a:ext uri="{FF2B5EF4-FFF2-40B4-BE49-F238E27FC236}">
                <a16:creationId xmlns:a16="http://schemas.microsoft.com/office/drawing/2014/main" id="{7BBB1E7E-4236-4122-A56F-A826149E67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17390"/>
            <a:ext cx="6332442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野村総合研究所</a:t>
            </a:r>
          </a:p>
        </p:txBody>
      </p:sp>
    </p:spTree>
    <p:extLst>
      <p:ext uri="{BB962C8B-B14F-4D97-AF65-F5344CB8AC3E}">
        <p14:creationId xmlns:p14="http://schemas.microsoft.com/office/powerpoint/2010/main" val="4072992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43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日付</a:t>
            </a:r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8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49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50" name="図 49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id="{C37C15CF-BEAF-5829-5EF7-87FD3E561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pic>
        <p:nvPicPr>
          <p:cNvPr id="54" name="図 53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3484" cy="6858000"/>
          </a:xfrm>
          <a:prstGeom prst="rect">
            <a:avLst/>
          </a:prstGeom>
        </p:spPr>
      </p:pic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69"/>
            <a:ext cx="6332818" cy="365357"/>
          </a:xfrm>
        </p:spPr>
        <p:txBody>
          <a:bodyPr wrap="square"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ja-JP" altLang="en-US"/>
              <a:t>御中</a:t>
            </a:r>
            <a:endParaRPr 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8BCA7F8-530D-47C4-A306-E46529F811DE}"/>
              </a:ext>
            </a:extLst>
          </p:cNvPr>
          <p:cNvCxnSpPr>
            <a:cxnSpLocks/>
          </p:cNvCxnSpPr>
          <p:nvPr userDrawn="1"/>
        </p:nvCxnSpPr>
        <p:spPr>
          <a:xfrm>
            <a:off x="488504" y="3439940"/>
            <a:ext cx="6336706" cy="0"/>
          </a:xfrm>
          <a:prstGeom prst="line">
            <a:avLst/>
          </a:prstGeom>
          <a:ln w="31750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2E3D4C8D-FF4F-46FD-9E02-B761080A59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6" y="4491643"/>
            <a:ext cx="6332442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グローバル製造業コンサルティング部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5BA5CDA-FBDF-41F7-B016-77AE6AC815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17390"/>
            <a:ext cx="6332442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野村総合研究所</a:t>
            </a:r>
          </a:p>
        </p:txBody>
      </p:sp>
    </p:spTree>
    <p:extLst>
      <p:ext uri="{BB962C8B-B14F-4D97-AF65-F5344CB8AC3E}">
        <p14:creationId xmlns:p14="http://schemas.microsoft.com/office/powerpoint/2010/main" val="3313826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8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49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50" name="図 49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sp>
        <p:nvSpPr>
          <p:cNvPr id="51" name="テキスト プレースホルダー 14">
            <a:extLst>
              <a:ext uri="{FF2B5EF4-FFF2-40B4-BE49-F238E27FC236}">
                <a16:creationId xmlns:a16="http://schemas.microsoft.com/office/drawing/2014/main" id="{ED2FDD07-8D52-3AC9-9E8D-08823CD82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43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日付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0FDE8325-FD29-3D5B-1080-B31184BB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pic>
        <p:nvPicPr>
          <p:cNvPr id="55" name="図 54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69"/>
            <a:ext cx="6332818" cy="365357"/>
          </a:xfrm>
        </p:spPr>
        <p:txBody>
          <a:bodyPr wrap="square"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ja-JP" altLang="en-US"/>
              <a:t>御中</a:t>
            </a:r>
            <a:endParaRPr lang="en-US" altLang="ja-JP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AA9596A-3B42-49A5-8A67-CD35B0BE4CCB}"/>
              </a:ext>
            </a:extLst>
          </p:cNvPr>
          <p:cNvCxnSpPr>
            <a:cxnSpLocks/>
          </p:cNvCxnSpPr>
          <p:nvPr userDrawn="1"/>
        </p:nvCxnSpPr>
        <p:spPr>
          <a:xfrm>
            <a:off x="488504" y="3439940"/>
            <a:ext cx="6336706" cy="0"/>
          </a:xfrm>
          <a:prstGeom prst="line">
            <a:avLst/>
          </a:prstGeom>
          <a:ln w="31750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5975CDB-4E17-4964-A8BB-C1BC419C9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6" y="4491643"/>
            <a:ext cx="6332442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グローバル製造業コンサルティング部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AF517298-5CF7-4B89-8C57-7642E26327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17390"/>
            <a:ext cx="6332442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野村総合研究所</a:t>
            </a:r>
          </a:p>
        </p:txBody>
      </p:sp>
    </p:spTree>
    <p:extLst>
      <p:ext uri="{BB962C8B-B14F-4D97-AF65-F5344CB8AC3E}">
        <p14:creationId xmlns:p14="http://schemas.microsoft.com/office/powerpoint/2010/main" val="1945114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表紙（創発する社会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8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49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50" name="図 49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sp>
        <p:nvSpPr>
          <p:cNvPr id="51" name="テキスト プレースホルダー 14">
            <a:extLst>
              <a:ext uri="{FF2B5EF4-FFF2-40B4-BE49-F238E27FC236}">
                <a16:creationId xmlns:a16="http://schemas.microsoft.com/office/drawing/2014/main" id="{ED2FDD07-8D52-3AC9-9E8D-08823CD82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43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日付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0FDE8325-FD29-3D5B-1080-B31184BB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3" name="テキスト プレースホルダー 14">
            <a:extLst>
              <a:ext uri="{FF2B5EF4-FFF2-40B4-BE49-F238E27FC236}">
                <a16:creationId xmlns:a16="http://schemas.microsoft.com/office/drawing/2014/main" id="{A3A9E66D-4C97-39EA-BC3F-AE1CDFA4FA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6" y="4491643"/>
            <a:ext cx="6332442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グローバル製造業コンサルティング部</a:t>
            </a:r>
          </a:p>
        </p:txBody>
      </p:sp>
      <p:sp>
        <p:nvSpPr>
          <p:cNvPr id="54" name="テキスト プレースホルダー 4">
            <a:extLst>
              <a:ext uri="{FF2B5EF4-FFF2-40B4-BE49-F238E27FC236}">
                <a16:creationId xmlns:a16="http://schemas.microsoft.com/office/drawing/2014/main" id="{339969AF-6F82-8F5F-2CAA-EC090F0D9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17390"/>
            <a:ext cx="6332442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野村総合研究所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69"/>
            <a:ext cx="6332818" cy="365357"/>
          </a:xfrm>
        </p:spPr>
        <p:txBody>
          <a:bodyPr wrap="square"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ja-JP" altLang="en-US"/>
              <a:t>御中</a:t>
            </a:r>
            <a:endParaRPr lang="en-US" altLang="ja-JP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AA9596A-3B42-49A5-8A67-CD35B0BE4CCB}"/>
              </a:ext>
            </a:extLst>
          </p:cNvPr>
          <p:cNvCxnSpPr>
            <a:cxnSpLocks/>
          </p:cNvCxnSpPr>
          <p:nvPr userDrawn="1"/>
        </p:nvCxnSpPr>
        <p:spPr>
          <a:xfrm>
            <a:off x="488504" y="3439940"/>
            <a:ext cx="6336706" cy="0"/>
          </a:xfrm>
          <a:prstGeom prst="line">
            <a:avLst/>
          </a:prstGeom>
          <a:ln w="31750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F6C9D71D-B85A-4965-9A9B-7B3B69A9D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0279" y="3176"/>
            <a:ext cx="3006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3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+サブ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>
              <a:spcBef>
                <a:spcPts val="0"/>
              </a:spcBef>
              <a:buNone/>
              <a:defRPr sz="18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サブタイトル</a:t>
            </a:r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4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45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46" name="図 45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47" name="テキスト プレースホルダー 14">
            <a:extLst>
              <a:ext uri="{FF2B5EF4-FFF2-40B4-BE49-F238E27FC236}">
                <a16:creationId xmlns:a16="http://schemas.microsoft.com/office/drawing/2014/main" id="{AD800346-E29F-911D-C4B2-151A94574A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43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日付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E992AB66-E797-439A-4102-08B4FB6F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67" y="2986965"/>
            <a:ext cx="8924281" cy="442035"/>
          </a:xfrm>
          <a:noFill/>
        </p:spPr>
        <p:txBody>
          <a:bodyPr wrap="square"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9" name="テキスト プレースホルダー 14">
            <a:extLst>
              <a:ext uri="{FF2B5EF4-FFF2-40B4-BE49-F238E27FC236}">
                <a16:creationId xmlns:a16="http://schemas.microsoft.com/office/drawing/2014/main" id="{060920B9-7C98-9F56-88F3-B85204DADE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6" y="4491643"/>
            <a:ext cx="6332442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部署</a:t>
            </a:r>
          </a:p>
        </p:txBody>
      </p:sp>
      <p:sp>
        <p:nvSpPr>
          <p:cNvPr id="50" name="テキスト プレースホルダー 4">
            <a:extLst>
              <a:ext uri="{FF2B5EF4-FFF2-40B4-BE49-F238E27FC236}">
                <a16:creationId xmlns:a16="http://schemas.microsoft.com/office/drawing/2014/main" id="{3951392A-A08C-B302-215B-676E7085F7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17390"/>
            <a:ext cx="6332442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名前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764" y="408363"/>
            <a:ext cx="8924400" cy="365357"/>
          </a:xfrm>
        </p:spPr>
        <p:txBody>
          <a:bodyPr wrap="square"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ja-JP" altLang="en-US"/>
              <a:t>資料名など</a:t>
            </a:r>
            <a:endParaRPr lang="en-US" altLang="ja-JP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BA2AABE-46D5-4C69-9ADA-B0C4D42A039A}"/>
              </a:ext>
            </a:extLst>
          </p:cNvPr>
          <p:cNvCxnSpPr>
            <a:cxnSpLocks/>
          </p:cNvCxnSpPr>
          <p:nvPr userDrawn="1"/>
        </p:nvCxnSpPr>
        <p:spPr>
          <a:xfrm>
            <a:off x="488504" y="3439940"/>
            <a:ext cx="6336706" cy="0"/>
          </a:xfrm>
          <a:prstGeom prst="line">
            <a:avLst/>
          </a:prstGeom>
          <a:ln w="31750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186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1502427" y="1120655"/>
            <a:ext cx="6901149" cy="5135766"/>
          </a:xfrm>
        </p:spPr>
        <p:txBody>
          <a:bodyPr>
            <a:noAutofit/>
          </a:bodyPr>
          <a:lstStyle>
            <a:lvl1pPr marL="342900" indent="-342900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60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4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7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</p:spPr>
        <p:txBody>
          <a:bodyPr vert="horz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70401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多/二段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416496" y="1120655"/>
            <a:ext cx="9073012" cy="5135766"/>
          </a:xfrm>
        </p:spPr>
        <p:txBody>
          <a:bodyPr rIns="0" numCol="2" spcCol="360000">
            <a:noAutofit/>
          </a:bodyPr>
          <a:lstStyle>
            <a:lvl1pPr marL="271463" indent="-271463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40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120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1200"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6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</p:spPr>
        <p:txBody>
          <a:bodyPr vert="horz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307997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1D6ED402-EDA3-6FE1-ADA1-817DD97B37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3060000"/>
            <a:ext cx="8641407" cy="504000"/>
          </a:xfr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2400">
                <a:solidFill>
                  <a:srgbClr val="000F78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50129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54" imgH="551" progId="TCLayout.ActiveDocument.1">
                  <p:embed/>
                </p:oleObj>
              </mc:Choice>
              <mc:Fallback>
                <p:oleObj name="think-cell Slide" r:id="rId3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 vert="horz"/>
          <a:lstStyle>
            <a:lvl1pPr>
              <a:defRPr baseline="0">
                <a:latin typeface="+mj-ea"/>
                <a:ea typeface="+mj-ea"/>
              </a:defRPr>
            </a:lvl1pPr>
          </a:lstStyle>
          <a:p>
            <a:r>
              <a:rPr kumimoji="1" lang="en-US" altLang="ja-JP"/>
              <a:t>1</a:t>
            </a:r>
            <a:r>
              <a:rPr kumimoji="1" lang="ja-JP" altLang="en-US"/>
              <a:t>行レイアウト 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514564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54" imgH="551" progId="TCLayout.ActiveDocument.1">
                  <p:embed/>
                </p:oleObj>
              </mc:Choice>
              <mc:Fallback>
                <p:oleObj name="think-cell Slide" r:id="rId3" imgW="554" imgH="551" progId="TCLayout.ActiveDocument.1">
                  <p:embed/>
                  <p:pic>
                    <p:nvPicPr>
                      <p:cNvPr id="5" name="オブジェクト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9C78DF-9F4E-428F-8949-4660E432C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025" y="836712"/>
            <a:ext cx="9504000" cy="561657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E5B7E22-4349-4043-8C35-8AA7558D3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en-US" altLang="ja-JP"/>
              <a:t>1</a:t>
            </a:r>
            <a:r>
              <a:rPr kumimoji="1" lang="ja-JP" altLang="en-US"/>
              <a:t>行レイアウト 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3260241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2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vert="horz" tIns="324000">
            <a:spAutoFit/>
          </a:bodyPr>
          <a:lstStyle>
            <a:lvl1pPr fontAlgn="ctr">
              <a:defRPr baseline="0">
                <a:latin typeface="+mj-ea"/>
                <a:ea typeface="+mj-ea"/>
              </a:defRPr>
            </a:lvl1pPr>
          </a:lstStyle>
          <a:p>
            <a:r>
              <a:rPr lang="en-US" altLang="ja-JP"/>
              <a:t>1</a:t>
            </a:r>
            <a:r>
              <a:rPr lang="ja-JP" altLang="en-US"/>
              <a:t>行レイアウト タイトル</a:t>
            </a:r>
            <a:r>
              <a:rPr lang="en-US" altLang="ja-JP"/>
              <a:t>/</a:t>
            </a:r>
            <a:r>
              <a:rPr lang="ja-JP" altLang="en-US"/>
              <a:t>スライドタイトルを入力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chemeClr val="bg2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ja-JP" altLang="en-US" sz="1400" b="1" i="0" kern="120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章タイトル</a:t>
            </a:r>
            <a:r>
              <a:rPr kumimoji="1" lang="en-US" altLang="ja-JP" sz="1400" b="1" i="0" kern="120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/</a:t>
            </a:r>
            <a:r>
              <a:rPr kumimoji="1" lang="ja-JP" altLang="en-US" sz="1400" b="1" i="0" kern="120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スライドタイトルを入力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271988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vert="horz" tIns="324000">
            <a:spAutoFit/>
          </a:bodyPr>
          <a:lstStyle>
            <a:lvl1pPr fontAlgn="ctr">
              <a:defRPr>
                <a:latin typeface="+mj-ea"/>
                <a:ea typeface="+mj-ea"/>
              </a:defRPr>
            </a:lvl1pPr>
          </a:lstStyle>
          <a:p>
            <a:r>
              <a:rPr lang="en-US" altLang="ja-JP"/>
              <a:t>1</a:t>
            </a:r>
            <a:r>
              <a:rPr lang="ja-JP" altLang="en-US"/>
              <a:t>行レイアウト タイトル</a:t>
            </a:r>
            <a:r>
              <a:rPr lang="en-US" altLang="ja-JP"/>
              <a:t>/</a:t>
            </a:r>
            <a:r>
              <a:rPr lang="ja-JP" altLang="en-US"/>
              <a:t>スライドタイトルを入力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124744"/>
            <a:ext cx="9502775" cy="532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  <a:endParaRPr kumimoji="1" lang="ja-JP" altLang="en-US" sz="1400" b="1" i="0" kern="1200" baseline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638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vert="horz" tIns="324000">
            <a:spAutoFit/>
          </a:bodyPr>
          <a:lstStyle>
            <a:lvl1pPr fontAlgn="ctr">
              <a:spcBef>
                <a:spcPct val="0"/>
              </a:spcBef>
              <a:defRPr baseline="0">
                <a:latin typeface="+mj-ea"/>
                <a:ea typeface="+mj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2</a:t>
            </a:r>
            <a:r>
              <a:rPr kumimoji="1" lang="ja-JP" altLang="en-US"/>
              <a:t>行レイアウト タイトル</a:t>
            </a:r>
            <a:r>
              <a:rPr lang="en-US" altLang="ja-JP"/>
              <a:t>/</a:t>
            </a:r>
            <a:br>
              <a:rPr lang="en-US" altLang="ja-JP"/>
            </a:b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スライタイトル</a:t>
            </a:r>
            <a:r>
              <a:rPr kumimoji="1" lang="ja-JP" altLang="en-US"/>
              <a:t>を入力</a:t>
            </a:r>
            <a:endParaRPr kumimoji="1" lang="ja-JP" altLang="en-US" sz="1400" b="1" i="0" kern="1200" baseline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737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vert="horz" tIns="324000">
            <a:spAutoFit/>
          </a:bodyPr>
          <a:lstStyle>
            <a:lvl1pPr fontAlgn="ctr">
              <a:spcBef>
                <a:spcPct val="0"/>
              </a:spcBef>
              <a:defRPr>
                <a:latin typeface="+mj-ea"/>
                <a:ea typeface="+mj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2</a:t>
            </a:r>
            <a:r>
              <a:rPr kumimoji="1" lang="ja-JP" altLang="en-US"/>
              <a:t>行レイアウト タイトル</a:t>
            </a:r>
            <a:r>
              <a:rPr lang="en-US" altLang="ja-JP"/>
              <a:t>/</a:t>
            </a:r>
            <a:br>
              <a:rPr lang="en-US" altLang="ja-JP"/>
            </a:b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485336"/>
            <a:ext cx="9502775" cy="496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  <a:endParaRPr kumimoji="1" lang="ja-JP" altLang="en-US" sz="1400" b="1" i="0" kern="1200" baseline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462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1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1200">
                <a:latin typeface="+mn-ea"/>
                <a:ea typeface="+mn-ea"/>
              </a:defRPr>
            </a:lvl1pPr>
            <a:lvl2pPr marL="357188" indent="-177800" fontAlgn="ctr">
              <a:defRPr sz="900">
                <a:latin typeface="+mn-ea"/>
                <a:ea typeface="+mn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  <p:sp>
        <p:nvSpPr>
          <p:cNvPr id="22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0"/>
          <a:lstStyle>
            <a:lvl1pPr marL="187200" indent="-187200" fontAlgn="ctr">
              <a:defRPr sz="1200">
                <a:latin typeface="+mn-ea"/>
                <a:ea typeface="+mn-ea"/>
              </a:defRPr>
            </a:lvl1pPr>
            <a:lvl2pPr marL="357188" indent="-177800" fontAlgn="ctr">
              <a:defRPr sz="900">
                <a:latin typeface="+mn-ea"/>
                <a:ea typeface="+mn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  <p:sp>
        <p:nvSpPr>
          <p:cNvPr id="23" name="テキスト プレースホルダ 20"/>
          <p:cNvSpPr>
            <a:spLocks noGrp="1"/>
          </p:cNvSpPr>
          <p:nvPr>
            <p:ph type="body" sz="quarter" idx="16"/>
          </p:nvPr>
        </p:nvSpPr>
        <p:spPr>
          <a:xfrm>
            <a:off x="4521000" y="1412776"/>
            <a:ext cx="5184000" cy="5040412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defRPr sz="1200">
                <a:latin typeface="+mn-ea"/>
                <a:ea typeface="+mn-ea"/>
              </a:defRPr>
            </a:lvl1pPr>
            <a:lvl2pPr marL="357188" indent="-177800" fontAlgn="ctr">
              <a:defRPr sz="900">
                <a:latin typeface="+mn-ea"/>
                <a:ea typeface="+mn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経歴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DD26883-9F47-4771-B812-9FFEC4043CA7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主要プロジェクト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692F409-148C-4ECA-8461-74E337BDD83A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1D5F7FB-D5C9-442A-A715-816C7DB310A8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DC8E470-EBB0-4A37-855C-C3912B29471A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033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  <a:endParaRPr kumimoji="1" lang="ja-JP" altLang="en-US" sz="1400" b="1" i="0" kern="1200" baseline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7A95318-A8BD-4903-B279-AF9CDB5697B3}"/>
              </a:ext>
            </a:extLst>
          </p:cNvPr>
          <p:cNvSpPr txBox="1"/>
          <p:nvPr userDrawn="1"/>
        </p:nvSpPr>
        <p:spPr>
          <a:xfrm>
            <a:off x="200026" y="1132716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経歴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96DC105-3612-45FB-8BFC-2C6F9403A975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主要プロジェクト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CA3323B-AF9B-4AF1-BE27-65FB15FB99A4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A90D61-2335-40F0-A9AF-1BFBC8DDDD46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183AE00-A38E-4339-B2DE-ADC882984879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1200">
                <a:latin typeface="+mn-ea"/>
                <a:ea typeface="+mn-ea"/>
              </a:defRPr>
            </a:lvl1pPr>
            <a:lvl2pPr marL="357188" indent="-177800" fontAlgn="ctr">
              <a:defRPr sz="900">
                <a:latin typeface="+mn-ea"/>
                <a:ea typeface="+mn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  <p:sp>
        <p:nvSpPr>
          <p:cNvPr id="29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0"/>
          <a:lstStyle>
            <a:lvl1pPr marL="187200" indent="-187200" fontAlgn="ctr">
              <a:defRPr sz="1200">
                <a:latin typeface="+mn-ea"/>
                <a:ea typeface="+mn-ea"/>
              </a:defRPr>
            </a:lvl1pPr>
            <a:lvl2pPr marL="357188" indent="-177800" fontAlgn="ctr">
              <a:defRPr sz="900">
                <a:latin typeface="+mn-ea"/>
                <a:ea typeface="+mn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  <p:sp>
        <p:nvSpPr>
          <p:cNvPr id="30" name="テキスト プレースホルダ 20"/>
          <p:cNvSpPr>
            <a:spLocks noGrp="1"/>
          </p:cNvSpPr>
          <p:nvPr>
            <p:ph type="body" sz="quarter" idx="16"/>
          </p:nvPr>
        </p:nvSpPr>
        <p:spPr>
          <a:xfrm>
            <a:off x="4521000" y="1412776"/>
            <a:ext cx="5184000" cy="5040412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defRPr sz="1200">
                <a:latin typeface="+mn-ea"/>
                <a:ea typeface="+mn-ea"/>
              </a:defRPr>
            </a:lvl1pPr>
            <a:lvl2pPr marL="357188" indent="-177800" fontAlgn="ctr">
              <a:defRPr sz="900">
                <a:latin typeface="+mn-ea"/>
                <a:ea typeface="+mn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1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 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9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1200">
                <a:latin typeface="+mn-ea"/>
                <a:ea typeface="+mn-ea"/>
              </a:defRPr>
            </a:lvl1pPr>
            <a:lvl2pPr marL="357188" indent="-176400" fontAlgn="ctr">
              <a:defRPr sz="90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900">
                <a:latin typeface="+mn-ea"/>
                <a:ea typeface="+mn-ea"/>
              </a:defRPr>
            </a:lvl3pPr>
            <a:lvl4pPr marL="0" indent="0" fontAlgn="ctr">
              <a:buNone/>
              <a:defRPr sz="160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3"/>
            <a:r>
              <a:rPr kumimoji="1" lang="ja-JP" altLang="en-US"/>
              <a:t>経歴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sp>
        <p:nvSpPr>
          <p:cNvPr id="20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0"/>
          <a:lstStyle>
            <a:lvl1pPr marL="187200" indent="-187200" fontAlgn="ctr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900">
                <a:latin typeface="+mj-ea"/>
                <a:ea typeface="+mj-ea"/>
              </a:defRPr>
            </a:lvl3pPr>
            <a:lvl4pPr marL="0" indent="0" fontAlgn="ctr">
              <a:buNone/>
              <a:defRPr sz="160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3"/>
            <a:r>
              <a:rPr kumimoji="1" lang="ja-JP" altLang="en-US"/>
              <a:t>専門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sp>
        <p:nvSpPr>
          <p:cNvPr id="21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0"/>
          <a:lstStyle>
            <a:lvl1pPr marL="187200" indent="-187200" fontAlgn="ctr">
              <a:spcBef>
                <a:spcPts val="576"/>
              </a:spcBef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90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60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3"/>
            <a:r>
              <a:rPr kumimoji="1" lang="ja-JP" altLang="en-US"/>
              <a:t>主要プロジェクト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4851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  <a:endParaRPr kumimoji="1" lang="ja-JP" altLang="en-US" sz="1400" b="1" i="0" kern="1200" baseline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21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1200">
                <a:latin typeface="+mn-ea"/>
                <a:ea typeface="+mn-ea"/>
              </a:defRPr>
            </a:lvl1pPr>
            <a:lvl2pPr marL="357188" indent="-176400" fontAlgn="ctr">
              <a:defRPr sz="90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900">
                <a:latin typeface="+mn-ea"/>
                <a:ea typeface="+mn-ea"/>
              </a:defRPr>
            </a:lvl3pPr>
            <a:lvl4pPr marL="0" indent="0" fontAlgn="ctr">
              <a:buNone/>
              <a:defRPr sz="160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3"/>
            <a:r>
              <a:rPr kumimoji="1" lang="ja-JP" altLang="en-US"/>
              <a:t>経歴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sp>
        <p:nvSpPr>
          <p:cNvPr id="22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0"/>
          <a:lstStyle>
            <a:lvl1pPr marL="187200" indent="-187200" fontAlgn="ctr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900">
                <a:latin typeface="+mj-ea"/>
                <a:ea typeface="+mj-ea"/>
              </a:defRPr>
            </a:lvl3pPr>
            <a:lvl4pPr marL="0" indent="0" fontAlgn="ctr">
              <a:buNone/>
              <a:defRPr sz="160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3"/>
            <a:r>
              <a:rPr kumimoji="1" lang="ja-JP" altLang="en-US"/>
              <a:t>専門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en-US" altLang="ja-JP"/>
          </a:p>
        </p:txBody>
      </p:sp>
      <p:sp>
        <p:nvSpPr>
          <p:cNvPr id="23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0"/>
          <a:lstStyle>
            <a:lvl1pPr marL="187200" indent="-187200" fontAlgn="ctr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90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60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3"/>
            <a:r>
              <a:rPr kumimoji="1" lang="ja-JP" altLang="en-US"/>
              <a:t>主要プロジェクト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30812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6185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8579C954-6CF1-F280-36DD-2349B0D9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595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ja-JP" altLang="en-US"/>
              <a:t>マスター タイトルの</a:t>
            </a:r>
            <a:endParaRPr kumimoji="1" lang="en-US" altLang="ja-JP"/>
          </a:p>
          <a:p>
            <a:pPr lvl="0">
              <a:spcBef>
                <a:spcPct val="0"/>
              </a:spcBef>
            </a:pPr>
            <a:r>
              <a:rPr kumimoji="1" lang="ja-JP" altLang="en-US"/>
              <a:t>書式設定</a:t>
            </a:r>
            <a:endParaRPr kumimoji="1" lang="en-US" altLang="ja-JP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 b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1580289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If title is a single line: Yu Gothic UI 20pt 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610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Digit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77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50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3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06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49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691389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A75DCA0-37A1-1574-E48B-43A75D6256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9" name="Freeform 290">
              <a:extLst>
                <a:ext uri="{FF2B5EF4-FFF2-40B4-BE49-F238E27FC236}">
                  <a16:creationId xmlns:a16="http://schemas.microsoft.com/office/drawing/2014/main" id="{5B10F016-5FA4-BDE5-6EFF-2E508AC78B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0" name="Freeform 291">
              <a:extLst>
                <a:ext uri="{FF2B5EF4-FFF2-40B4-BE49-F238E27FC236}">
                  <a16:creationId xmlns:a16="http://schemas.microsoft.com/office/drawing/2014/main" id="{517A3D61-B84C-7A45-F478-10B1A53796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BCCBC8CA-2147-9582-595A-0C626AC3592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B80C3E-5DD9-4A4B-B6C6-129AF68CEF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892428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01D2B125-5BCA-A2CB-EEA7-665603BC97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913CE983-15C1-F8BE-760F-B69E290BCE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2532359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+Subtitle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08363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 rtl="0">
              <a:spcBef>
                <a:spcPts val="0"/>
              </a:spcBef>
              <a:buNone/>
              <a:defRPr sz="18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Subtitle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BD9D46E-B8A8-9C4A-80FA-DAD618A04B0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1FD2B096-EF28-097E-D405-D1D8F180F0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7" name="Freeform 291">
              <a:extLst>
                <a:ext uri="{FF2B5EF4-FFF2-40B4-BE49-F238E27FC236}">
                  <a16:creationId xmlns:a16="http://schemas.microsoft.com/office/drawing/2014/main" id="{4E9168AE-46AB-F5C0-DADA-D56ED08C20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CF8EEC59-6344-B292-848D-6D94490F4C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FCEBA71-403E-0B67-0FB8-39A67FDFDA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7" y="2986965"/>
            <a:ext cx="8924281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A79B440E-B533-750D-F94B-94C3EFD03F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DB5F7168-0755-A566-2459-AC9AEE0191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3273703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02427" y="1120655"/>
            <a:ext cx="6901149" cy="5135766"/>
          </a:xfrm>
        </p:spPr>
        <p:txBody>
          <a:bodyPr>
            <a:noAutofit/>
          </a:bodyPr>
          <a:lstStyle>
            <a:lvl1pPr marL="342900" indent="-342900" algn="l" rtl="0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6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 rtl="0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4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 rtl="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IN" altLang="ja-JP" dirty="0"/>
              <a:t>Text</a:t>
            </a:r>
          </a:p>
          <a:p>
            <a:pPr lvl="1"/>
            <a:r>
              <a:rPr lang="en-IN" altLang="ja-JP" dirty="0"/>
              <a:t>Text</a:t>
            </a:r>
          </a:p>
          <a:p>
            <a:pPr lvl="2"/>
            <a:r>
              <a:rPr lang="en-IN" altLang="ja-JP" dirty="0"/>
              <a:t>Text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Table of contents </a:t>
            </a:r>
          </a:p>
        </p:txBody>
      </p:sp>
    </p:spTree>
    <p:extLst>
      <p:ext uri="{BB962C8B-B14F-4D97-AF65-F5344CB8AC3E}">
        <p14:creationId xmlns:p14="http://schemas.microsoft.com/office/powerpoint/2010/main" val="2478761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5" name="オブジェクト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6496" y="1120655"/>
            <a:ext cx="9073012" cy="5135766"/>
          </a:xfrm>
        </p:spPr>
        <p:txBody>
          <a:bodyPr rIns="0" numCol="2" spcCol="360000">
            <a:noAutofit/>
          </a:bodyPr>
          <a:lstStyle>
            <a:lvl1pPr marL="271463" indent="-271463" algn="l" rtl="0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4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 rtl="0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12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 rtl="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IN" altLang="ja-JP" dirty="0"/>
              <a:t>Text</a:t>
            </a:r>
          </a:p>
          <a:p>
            <a:pPr lvl="1"/>
            <a:r>
              <a:rPr lang="en-IN" altLang="ja-JP" dirty="0"/>
              <a:t>Text</a:t>
            </a:r>
          </a:p>
          <a:p>
            <a:pPr lvl="2"/>
            <a:r>
              <a:rPr lang="en-IN" altLang="ja-JP" dirty="0"/>
              <a:t>Text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Table of contents </a:t>
            </a:r>
          </a:p>
        </p:txBody>
      </p:sp>
    </p:spTree>
    <p:extLst>
      <p:ext uri="{BB962C8B-B14F-4D97-AF65-F5344CB8AC3E}">
        <p14:creationId xmlns:p14="http://schemas.microsoft.com/office/powerpoint/2010/main" val="12550020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E5C9B9-6615-2342-085E-17544E213E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54" imgH="551" progId="TCLayout.ActiveDocument.1">
                  <p:embed/>
                </p:oleObj>
              </mc:Choice>
              <mc:Fallback>
                <p:oleObj name="think-cell Slide" r:id="rId5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" y="3060000"/>
            <a:ext cx="8713415" cy="504000"/>
          </a:xfr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 rtl="0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240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IN" altLang="ja-JP" dirty="0"/>
              <a:t>Cover page: Yu Gothic UI 24pt + Bold</a:t>
            </a:r>
          </a:p>
        </p:txBody>
      </p:sp>
    </p:spTree>
    <p:extLst>
      <p:ext uri="{BB962C8B-B14F-4D97-AF65-F5344CB8AC3E}">
        <p14:creationId xmlns:p14="http://schemas.microsoft.com/office/powerpoint/2010/main" val="1791907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If title is a single line: Yu Gothic UI 20pt + Bold</a:t>
            </a:r>
          </a:p>
        </p:txBody>
      </p:sp>
    </p:spTree>
    <p:extLst>
      <p:ext uri="{BB962C8B-B14F-4D97-AF65-F5344CB8AC3E}">
        <p14:creationId xmlns:p14="http://schemas.microsoft.com/office/powerpoint/2010/main" val="4142467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If title is a single line: Yu Gothic UI 20pt + Bold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7F3415EC-7DBA-4BDB-9409-D3B319EBC9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01000" y="836613"/>
            <a:ext cx="9504000" cy="56165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kumimoji="1" lang="en-IN" altLang="ja-JP" dirty="0"/>
              <a:t>Body text (16pt)</a:t>
            </a:r>
          </a:p>
          <a:p>
            <a:pPr lvl="1"/>
            <a:r>
              <a:rPr kumimoji="1" lang="en-IN" altLang="ja-JP" dirty="0"/>
              <a:t>Level 2 (14pt)</a:t>
            </a:r>
          </a:p>
          <a:p>
            <a:pPr lvl="2"/>
            <a:r>
              <a:rPr kumimoji="1" lang="en-IN" altLang="ja-JP" dirty="0"/>
              <a:t>Level 3 (14pt)</a:t>
            </a:r>
          </a:p>
          <a:p>
            <a:pPr lvl="3"/>
            <a:r>
              <a:rPr kumimoji="1" lang="en-IN" altLang="ja-JP" dirty="0"/>
              <a:t>Level 4 (12pt)</a:t>
            </a:r>
          </a:p>
          <a:p>
            <a:pPr lvl="4"/>
            <a:r>
              <a:rPr kumimoji="1" lang="en-IN" altLang="ja-JP" dirty="0"/>
              <a:t>Level 5 (12pt)</a:t>
            </a:r>
          </a:p>
        </p:txBody>
      </p:sp>
    </p:spTree>
    <p:extLst>
      <p:ext uri="{BB962C8B-B14F-4D97-AF65-F5344CB8AC3E}">
        <p14:creationId xmlns:p14="http://schemas.microsoft.com/office/powerpoint/2010/main" val="3329824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IN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</p:spTree>
    <p:extLst>
      <p:ext uri="{BB962C8B-B14F-4D97-AF65-F5344CB8AC3E}">
        <p14:creationId xmlns:p14="http://schemas.microsoft.com/office/powerpoint/2010/main" val="1786182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600" y="1125538"/>
            <a:ext cx="9504000" cy="532765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r>
              <a:rPr lang="en-IN" altLang="ja-JP" dirty="0"/>
              <a:t>Body text (16pt)</a:t>
            </a:r>
          </a:p>
          <a:p>
            <a:pPr lvl="1"/>
            <a:r>
              <a:rPr lang="en-IN" altLang="ja-JP" dirty="0"/>
              <a:t>Level 2 (14pt)</a:t>
            </a:r>
          </a:p>
          <a:p>
            <a:pPr lvl="2"/>
            <a:r>
              <a:rPr lang="en-IN" altLang="ja-JP" dirty="0"/>
              <a:t>Level 3 (14pt)</a:t>
            </a:r>
          </a:p>
          <a:p>
            <a:pPr lvl="3"/>
            <a:r>
              <a:rPr lang="en-IN" altLang="ja-JP" dirty="0"/>
              <a:t>Level 4 (12pt)</a:t>
            </a:r>
          </a:p>
          <a:p>
            <a:pPr lvl="4"/>
            <a:r>
              <a:rPr lang="en-IN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423174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Use this layout if the title is of two lines. </a:t>
            </a:r>
          </a:p>
          <a:p>
            <a:r>
              <a:rPr lang="en-IN" altLang="ja-JP" dirty="0"/>
              <a:t>Yu Gothic UI 20pt</a:t>
            </a:r>
            <a:r>
              <a:rPr lang="ja-JP" altLang="en-IN" dirty="0"/>
              <a:t>＋</a:t>
            </a:r>
            <a:r>
              <a:rPr lang="en-IN" altLang="ja-JP" dirty="0"/>
              <a:t>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592665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（text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600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Use this layout if the title is of two lines. </a:t>
            </a:r>
          </a:p>
          <a:p>
            <a:r>
              <a:rPr lang="en-IN" altLang="ja-JP" dirty="0"/>
              <a:t>Yu Gothic UI 20pt</a:t>
            </a:r>
            <a:r>
              <a:rPr lang="ja-JP" altLang="en-IN" dirty="0"/>
              <a:t>＋</a:t>
            </a:r>
            <a:r>
              <a:rPr lang="en-IN" altLang="ja-JP" dirty="0"/>
              <a:t>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600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B570E-CC53-41C8-85D2-1CE49EC804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000" y="1476000"/>
            <a:ext cx="9504000" cy="4968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r>
              <a:rPr lang="en-IN" altLang="ja-JP" dirty="0"/>
              <a:t>Body text (16pt)</a:t>
            </a:r>
          </a:p>
          <a:p>
            <a:pPr lvl="1"/>
            <a:r>
              <a:rPr lang="en-IN" altLang="ja-JP" dirty="0"/>
              <a:t>Level 2 (14pt)</a:t>
            </a:r>
          </a:p>
          <a:p>
            <a:pPr lvl="2"/>
            <a:r>
              <a:rPr lang="en-IN" altLang="ja-JP" dirty="0"/>
              <a:t>Level 3 (14pt)</a:t>
            </a:r>
          </a:p>
          <a:p>
            <a:pPr lvl="3"/>
            <a:r>
              <a:rPr lang="en-IN" altLang="ja-JP" dirty="0"/>
              <a:t>Level 4 (12pt)</a:t>
            </a:r>
          </a:p>
          <a:p>
            <a:pPr lvl="4"/>
            <a:r>
              <a:rPr lang="en-IN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391716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 rtl="0"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83" cy="5328000"/>
            <a:chOff x="200025" y="1125187"/>
            <a:chExt cx="6625183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585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1000" y="1131885"/>
              <a:ext cx="2304208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5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タイトル 8">
            <a:extLst>
              <a:ext uri="{FF2B5EF4-FFF2-40B4-BE49-F238E27FC236}">
                <a16:creationId xmlns:a16="http://schemas.microsoft.com/office/drawing/2014/main" id="{EE848F01-DED5-42A2-963F-57203EA5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IN" altLang="ja-JP" dirty="0"/>
              <a:t>Profiles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80123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 rtl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IN" altLang="ja-JP" dirty="0"/>
              <a:t>Profiles</a:t>
            </a: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 rtl="0"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 rtl="0"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79" cy="5328000"/>
            <a:chOff x="200025" y="1125187"/>
            <a:chExt cx="6625179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127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0999" y="1131885"/>
              <a:ext cx="2304205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7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860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 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8"/>
              <a:gd name="adj2" fmla="val -2748"/>
              <a:gd name="adj3" fmla="val 99892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926"/>
              <a:gd name="adj2" fmla="val 185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tabLst>
                <a:tab pos="1077913" algn="l"/>
              </a:tabLst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A0E4B5E-8D46-45C8-B082-BDED3A0CA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IN" altLang="ja-JP" dirty="0"/>
              <a:t>Profiles (movable)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453363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"/>
              <a:gd name="adj2" fmla="val -2794"/>
              <a:gd name="adj3" fmla="val 100026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 rtl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IN" altLang="ja-JP" dirty="0"/>
              <a:t>Profiles (movable)</a:t>
            </a:r>
            <a:endParaRPr kumimoji="1" lang="en-IN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 rtl="0"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814"/>
              <a:gd name="adj2" fmla="val 191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tabLst>
                <a:tab pos="1077913" algn="l"/>
              </a:tabLst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388938" indent="0">
              <a:spcBef>
                <a:spcPts val="504"/>
              </a:spcBef>
              <a:buNone/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1079182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6168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3B3A293-16F5-5AAE-0E63-05A801985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927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デジタ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図 3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1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42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</p:grp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7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18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</p:spTree>
    <p:extLst>
      <p:ext uri="{BB962C8B-B14F-4D97-AF65-F5344CB8AC3E}">
        <p14:creationId xmlns:p14="http://schemas.microsoft.com/office/powerpoint/2010/main" val="1107435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図 4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516" y="0"/>
            <a:ext cx="2963484" cy="6858000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53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54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89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図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9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20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23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24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048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表紙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766" y="2988000"/>
            <a:ext cx="8924284" cy="442035"/>
          </a:xfrm>
          <a:prstGeom prst="rect">
            <a:avLst/>
          </a:prstGeom>
          <a:noFill/>
        </p:spPr>
        <p:txBody>
          <a:bodyPr lIns="0" tIns="36000" rIns="0" bIns="36000" anchor="b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8" y="687600"/>
            <a:ext cx="8924662" cy="365357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8" y="5436000"/>
            <a:ext cx="6332400" cy="252000"/>
          </a:xfrm>
        </p:spPr>
        <p:txBody>
          <a:bodyPr lIns="0" tIns="46800" rIns="90000" bIns="4680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4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4" y="4017600"/>
            <a:ext cx="6332400" cy="342000"/>
          </a:xfrm>
        </p:spPr>
        <p:txBody>
          <a:bodyPr lIns="0" tIns="46800" rIns="90000" bIns="4680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35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36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37" name="図 36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81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+サブ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08363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>
              <a:spcBef>
                <a:spcPts val="0"/>
              </a:spcBef>
              <a:buNone/>
              <a:defRPr sz="144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サブタイトル</a:t>
            </a:r>
          </a:p>
        </p:txBody>
      </p:sp>
      <p:sp>
        <p:nvSpPr>
          <p:cNvPr id="41" name="Title 1"/>
          <p:cNvSpPr>
            <a:spLocks noGrp="1"/>
          </p:cNvSpPr>
          <p:nvPr>
            <p:ph type="ctrTitle"/>
          </p:nvPr>
        </p:nvSpPr>
        <p:spPr>
          <a:xfrm>
            <a:off x="492766" y="2988000"/>
            <a:ext cx="8924284" cy="442035"/>
          </a:xfrm>
          <a:prstGeom prst="rect">
            <a:avLst/>
          </a:prstGeom>
          <a:noFill/>
        </p:spPr>
        <p:txBody>
          <a:bodyPr lIns="0" tIns="36000" rIns="0" bIns="36000" anchor="b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2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8" y="5436000"/>
            <a:ext cx="6332400" cy="252000"/>
          </a:xfrm>
        </p:spPr>
        <p:txBody>
          <a:bodyPr lIns="0" tIns="46800" rIns="90000" bIns="4680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43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4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44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4" y="4017600"/>
            <a:ext cx="6332400" cy="342000"/>
          </a:xfrm>
        </p:spPr>
        <p:txBody>
          <a:bodyPr lIns="0" tIns="46800" rIns="90000" bIns="4680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6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47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48" name="図 47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35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2427" y="1120654"/>
            <a:ext cx="6901149" cy="5137200"/>
          </a:xfrm>
        </p:spPr>
        <p:txBody>
          <a:bodyPr>
            <a:noAutofit/>
          </a:bodyPr>
          <a:lstStyle>
            <a:lvl1pPr marL="342900" indent="-342900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28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12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4172981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多/二段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496" y="1120654"/>
            <a:ext cx="9073012" cy="5137200"/>
          </a:xfrm>
        </p:spPr>
        <p:txBody>
          <a:bodyPr rIns="0" numCol="2" spcCol="360000">
            <a:noAutofit/>
          </a:bodyPr>
          <a:lstStyle>
            <a:lvl1pPr marL="271463" indent="-271463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12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96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960"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591283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D6ED402-EDA3-6FE1-ADA1-817DD97B37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3060000"/>
            <a:ext cx="8640000" cy="504000"/>
          </a:xfrm>
          <a:prstGeom prst="rect">
            <a:avLst/>
          </a:prstGeo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1920" baseline="0">
                <a:solidFill>
                  <a:srgbClr val="000F78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ja-JP" altLang="en-US"/>
              <a:t>マスター 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4934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3218346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9C78DF-9F4E-428F-8949-4660E432C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025" y="835200"/>
            <a:ext cx="9504000" cy="561657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E5B7E22-4349-4043-8C35-8AA7558D3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1097620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27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tIns="324000">
            <a:spAutoFit/>
          </a:bodyPr>
          <a:lstStyle>
            <a:lvl1pPr fontAlgn="ctr">
              <a:defRPr baseline="0">
                <a:latin typeface="+mn-ea"/>
                <a:ea typeface="+mn-ea"/>
              </a:defRPr>
            </a:lvl1pPr>
          </a:lstStyle>
          <a:p>
            <a:r>
              <a:rPr lang="en-US" altLang="ja-JP" dirty="0"/>
              <a:t>1</a:t>
            </a:r>
            <a:r>
              <a:rPr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章タイトル</a:t>
            </a:r>
            <a:r>
              <a:rPr kumimoji="1" lang="en-US" altLang="ja-JP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/</a:t>
            </a:r>
            <a:r>
              <a: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スライドタイトルを入力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18007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tIns="324000">
            <a:spAutoFit/>
          </a:bodyPr>
          <a:lstStyle>
            <a:lvl1pPr fontAlgn="ctr"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1</a:t>
            </a:r>
            <a:r>
              <a:rPr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124744"/>
            <a:ext cx="9502775" cy="532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8248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 baseline="0">
                <a:latin typeface="+mn-ea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28034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>
                <a:latin typeface="+mn-ea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485336"/>
            <a:ext cx="9502775" cy="496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3661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経歴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D26883-9F47-4771-B812-9FFEC4043CA7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主要プロジェクト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692F409-148C-4ECA-8461-74E337BDD83A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1D5F7FB-D5C9-442A-A715-816C7DB310A8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DC8E470-EBB0-4A37-855C-C3912B29471A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4521000" y="1412776"/>
            <a:ext cx="5184000" cy="504000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3044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6DC105-3612-45FB-8BFC-2C6F9403A975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主要プロジェクト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CA3323B-AF9B-4AF1-BE27-65FB15FB99A4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EA90D61-2335-40F0-A9AF-1BFBC8DDDD46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183AE00-A38E-4339-B2DE-ADC882984879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経歴</a:t>
            </a:r>
          </a:p>
        </p:txBody>
      </p:sp>
      <p:sp>
        <p:nvSpPr>
          <p:cNvPr id="13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4521000" y="1412776"/>
            <a:ext cx="5184000" cy="504000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38504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 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64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n-ea"/>
                <a:ea typeface="+mn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経歴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1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専門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indent="-187200" fontAlgn="ctr">
              <a:spcBef>
                <a:spcPts val="576"/>
              </a:spcBef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主要プロジェクト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7082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64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n-ea"/>
                <a:ea typeface="+mn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経歴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5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専門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6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主要プロジェクト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54728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2403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8579C954-6CF1-F280-36DD-2349B0D9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4094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541A88-D19A-D4C7-B866-6CEB1244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3436EC-EAFB-9103-DFA0-2FC70793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2939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＋2行タイトル（説明文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600" y="259200"/>
            <a:ext cx="9504000" cy="979069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ja-JP" altLang="en-US" dirty="0"/>
              <a:t>マスター タイトルの</a:t>
            </a:r>
            <a:endParaRPr kumimoji="1" lang="en-US" altLang="ja-JP" dirty="0"/>
          </a:p>
          <a:p>
            <a:pPr lvl="0">
              <a:spcBef>
                <a:spcPct val="0"/>
              </a:spcBef>
            </a:pPr>
            <a:r>
              <a:rPr kumimoji="1" lang="ja-JP" altLang="en-US" dirty="0"/>
              <a:t>書式設定</a:t>
            </a:r>
            <a:endParaRPr kumimoji="1" lang="en-US" altLang="ja-JP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600" y="259200"/>
            <a:ext cx="9504000" cy="288000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B570E-CC53-41C8-85D2-1CE49EC804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1600" y="1476000"/>
            <a:ext cx="9504000" cy="4968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6331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16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1</a:t>
            </a:r>
            <a:r>
              <a:rPr kumimoji="1" lang="ja-JP" altLang="en-US"/>
              <a:t>行レイアウト 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3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2410" y="1125538"/>
            <a:ext cx="9504000" cy="53276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60164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title＋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16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If title is a single line: Yu Gothic UI 20pt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12410" y="1125538"/>
            <a:ext cx="9504000" cy="5327650"/>
          </a:xfrm>
        </p:spPr>
        <p:txBody>
          <a:bodyPr/>
          <a:lstStyle/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</a:t>
            </a:r>
            <a:r>
              <a:rPr lang="ja-JP" altLang="en-US" dirty="0"/>
              <a:t>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3137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ts val="0"/>
              </a:spcBef>
              <a:buNone/>
              <a:defRPr lang="ja-JP" altLang="en-US" sz="16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22018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title＋two lines title（text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600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600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B570E-CC53-41C8-85D2-1CE49EC804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600" y="1476000"/>
            <a:ext cx="9504000" cy="4968000"/>
          </a:xfrm>
        </p:spPr>
        <p:txBody>
          <a:bodyPr/>
          <a:lstStyle/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</a:t>
            </a:r>
            <a:r>
              <a:rPr lang="ja-JP" altLang="en-US" dirty="0"/>
              <a:t>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15212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＋2行タイトル + 2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vert="horz" tIns="324000">
            <a:spAutoFit/>
          </a:bodyPr>
          <a:lstStyle>
            <a:lvl1pPr fontAlgn="ctr">
              <a:spcBef>
                <a:spcPct val="0"/>
              </a:spcBef>
              <a:defRPr baseline="0">
                <a:latin typeface="+mj-ea"/>
                <a:ea typeface="+mj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2</a:t>
            </a:r>
            <a:r>
              <a:rPr kumimoji="1" lang="ja-JP" altLang="en-US"/>
              <a:t>行レイアウト タイトル</a:t>
            </a:r>
            <a:r>
              <a:rPr lang="en-US" altLang="ja-JP"/>
              <a:t>/</a:t>
            </a:r>
            <a:br>
              <a:rPr lang="en-US" altLang="ja-JP"/>
            </a:b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j-ea"/>
                <a:ea typeface="+mj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/>
              <a:t>章タイトル</a:t>
            </a:r>
            <a:r>
              <a:rPr lang="en-US" altLang="ja-JP"/>
              <a:t>/</a:t>
            </a:r>
            <a:r>
              <a:rPr lang="ja-JP" altLang="en-US"/>
              <a:t>スライドタイトル</a:t>
            </a:r>
            <a:r>
              <a:rPr kumimoji="1" lang="ja-JP" altLang="en-US"/>
              <a:t>を入力</a:t>
            </a:r>
            <a:endParaRPr kumimoji="1" lang="ja-JP" altLang="en-US" sz="1400" b="1" i="0" kern="1200" baseline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CBB16D7-1A64-4D4F-7789-DDE987C9652F}"/>
              </a:ext>
            </a:extLst>
          </p:cNvPr>
          <p:cNvCxnSpPr>
            <a:cxnSpLocks/>
          </p:cNvCxnSpPr>
          <p:nvPr userDrawn="1"/>
        </p:nvCxnSpPr>
        <p:spPr>
          <a:xfrm flipH="1">
            <a:off x="201613" y="1733008"/>
            <a:ext cx="460851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E4A7952-BD63-8571-E8FB-B5532928F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096388" y="1733008"/>
            <a:ext cx="4608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コンテンツ プレースホルダー 8">
            <a:extLst>
              <a:ext uri="{FF2B5EF4-FFF2-40B4-BE49-F238E27FC236}">
                <a16:creationId xmlns:a16="http://schemas.microsoft.com/office/drawing/2014/main" id="{1C95313F-26EA-B2A1-0823-2607D4F359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9777" y="1766444"/>
            <a:ext cx="4608514" cy="4686300"/>
          </a:xfrm>
        </p:spPr>
        <p:txBody>
          <a:bodyPr/>
          <a:lstStyle>
            <a:lvl1pPr fontAlgn="ctr">
              <a:defRPr sz="1120">
                <a:latin typeface="+mn-ea"/>
                <a:ea typeface="+mn-ea"/>
              </a:defRPr>
            </a:lvl1pPr>
            <a:lvl2pPr fontAlgn="ctr">
              <a:defRPr sz="960">
                <a:latin typeface="+mn-ea"/>
                <a:ea typeface="+mn-ea"/>
              </a:defRPr>
            </a:lvl2pPr>
            <a:lvl3pPr fontAlgn="ctr">
              <a:defRPr sz="960">
                <a:latin typeface="+mn-ea"/>
                <a:ea typeface="+mn-ea"/>
              </a:defRPr>
            </a:lvl3pPr>
            <a:lvl4pPr fontAlgn="ctr">
              <a:defRPr sz="880">
                <a:latin typeface="+mn-ea"/>
                <a:ea typeface="+mn-ea"/>
              </a:defRPr>
            </a:lvl4pPr>
            <a:lvl5pPr fontAlgn="ctr">
              <a:defRPr sz="88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1" name="コンテンツ プレースホルダー 8">
            <a:extLst>
              <a:ext uri="{FF2B5EF4-FFF2-40B4-BE49-F238E27FC236}">
                <a16:creationId xmlns:a16="http://schemas.microsoft.com/office/drawing/2014/main" id="{98294467-CB43-4562-AEB0-FF7C5D9638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9776" y="1496291"/>
            <a:ext cx="4608514" cy="219999"/>
          </a:xfrm>
        </p:spPr>
        <p:txBody>
          <a:bodyPr anchor="ctr"/>
          <a:lstStyle>
            <a:lvl1pPr marL="0" indent="0" fontAlgn="ctr">
              <a:buNone/>
              <a:defRPr sz="960" b="1">
                <a:solidFill>
                  <a:schemeClr val="accent1"/>
                </a:solidFill>
                <a:latin typeface="+mn-ea"/>
                <a:ea typeface="+mn-ea"/>
              </a:defRPr>
            </a:lvl1pPr>
            <a:lvl2pPr marL="379412" indent="0" fontAlgn="ctr">
              <a:buNone/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2" name="コンテンツ プレースホルダー 8">
            <a:extLst>
              <a:ext uri="{FF2B5EF4-FFF2-40B4-BE49-F238E27FC236}">
                <a16:creationId xmlns:a16="http://schemas.microsoft.com/office/drawing/2014/main" id="{5A49DFA8-1374-C87E-88E8-13EA051022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93168" y="1766444"/>
            <a:ext cx="4608514" cy="4686300"/>
          </a:xfrm>
        </p:spPr>
        <p:txBody>
          <a:bodyPr/>
          <a:lstStyle>
            <a:lvl1pPr fontAlgn="ctr">
              <a:defRPr sz="1120">
                <a:latin typeface="+mn-ea"/>
                <a:ea typeface="+mn-ea"/>
              </a:defRPr>
            </a:lvl1pPr>
            <a:lvl2pPr fontAlgn="ctr">
              <a:defRPr sz="960">
                <a:latin typeface="+mn-ea"/>
                <a:ea typeface="+mn-ea"/>
              </a:defRPr>
            </a:lvl2pPr>
            <a:lvl3pPr fontAlgn="ctr">
              <a:defRPr sz="960">
                <a:latin typeface="+mn-ea"/>
                <a:ea typeface="+mn-ea"/>
              </a:defRPr>
            </a:lvl3pPr>
            <a:lvl4pPr fontAlgn="ctr">
              <a:defRPr sz="880">
                <a:latin typeface="+mn-ea"/>
                <a:ea typeface="+mn-ea"/>
              </a:defRPr>
            </a:lvl4pPr>
            <a:lvl5pPr fontAlgn="ctr">
              <a:defRPr sz="88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3" name="コンテンツ プレースホルダー 8">
            <a:extLst>
              <a:ext uri="{FF2B5EF4-FFF2-40B4-BE49-F238E27FC236}">
                <a16:creationId xmlns:a16="http://schemas.microsoft.com/office/drawing/2014/main" id="{33CC5C7E-D71B-707C-30E9-05AF67C1A5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93167" y="1496291"/>
            <a:ext cx="4608514" cy="219999"/>
          </a:xfrm>
        </p:spPr>
        <p:txBody>
          <a:bodyPr anchor="ctr"/>
          <a:lstStyle>
            <a:lvl1pPr marL="0" indent="0" fontAlgn="ctr">
              <a:buNone/>
              <a:defRPr sz="960" b="1">
                <a:solidFill>
                  <a:schemeClr val="accent1"/>
                </a:solidFill>
                <a:latin typeface="+mn-ea"/>
                <a:ea typeface="+mn-ea"/>
              </a:defRPr>
            </a:lvl1pPr>
            <a:lvl2pPr marL="379412" indent="0" fontAlgn="ctr">
              <a:buNone/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5" name="コンテンツ プレースホルダー 8">
            <a:extLst>
              <a:ext uri="{FF2B5EF4-FFF2-40B4-BE49-F238E27FC236}">
                <a16:creationId xmlns:a16="http://schemas.microsoft.com/office/drawing/2014/main" id="{73828106-47E8-299E-06D3-F708AFBE4FC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0" y="6347988"/>
            <a:ext cx="9906000" cy="510012"/>
          </a:xfrm>
        </p:spPr>
        <p:txBody>
          <a:bodyPr anchor="b"/>
          <a:lstStyle>
            <a:lvl1pPr marL="0" indent="0" fontAlgn="ctr"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+mn-ea"/>
                <a:ea typeface="+mn-ea"/>
              </a:defRPr>
            </a:lvl1pPr>
            <a:lvl2pPr marL="379412" indent="0" fontAlgn="ctr">
              <a:buNone/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r>
              <a:rPr kumimoji="1" lang="ja-JP" altLang="en-US"/>
              <a:t>出所）</a:t>
            </a:r>
          </a:p>
        </p:txBody>
      </p:sp>
    </p:spTree>
    <p:extLst>
      <p:ext uri="{BB962C8B-B14F-4D97-AF65-F5344CB8AC3E}">
        <p14:creationId xmlns:p14="http://schemas.microsoft.com/office/powerpoint/2010/main" val="542546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0273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MIE CS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16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00025" y="1489075"/>
            <a:ext cx="1873250" cy="327025"/>
          </a:xfrm>
        </p:spPr>
        <p:txBody>
          <a:bodyPr/>
          <a:lstStyle>
            <a:lvl1pPr marL="0" indent="0">
              <a:buNone/>
              <a:defRPr sz="112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N"/>
              <a:t>AAA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00025" y="6597650"/>
            <a:ext cx="1449388" cy="260350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IN"/>
              <a:t>Source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29713" y="44624"/>
            <a:ext cx="576262" cy="503238"/>
          </a:xfrm>
        </p:spPr>
        <p:txBody>
          <a:bodyPr/>
          <a:lstStyle>
            <a:lvl1pPr marL="0" indent="0">
              <a:buNone/>
              <a:defRPr sz="840"/>
            </a:lvl1pPr>
          </a:lstStyle>
          <a:p>
            <a:pPr lvl="0"/>
            <a:r>
              <a:rPr lang="en-IN"/>
              <a:t>OEM Logo</a:t>
            </a:r>
          </a:p>
        </p:txBody>
      </p:sp>
    </p:spTree>
    <p:extLst>
      <p:ext uri="{BB962C8B-B14F-4D97-AF65-F5344CB8AC3E}">
        <p14:creationId xmlns:p14="http://schemas.microsoft.com/office/powerpoint/2010/main" val="22413745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orient="horz" pos="1162">
          <p15:clr>
            <a:srgbClr val="FBAE40"/>
          </p15:clr>
        </p15:guide>
        <p15:guide id="3" pos="4073">
          <p15:clr>
            <a:srgbClr val="FBAE40"/>
          </p15:clr>
        </p15:guide>
        <p15:guide id="4" pos="4163">
          <p15:clr>
            <a:srgbClr val="FBAE40"/>
          </p15:clr>
        </p15:guide>
        <p15:guide id="5" orient="horz" pos="2659">
          <p15:clr>
            <a:srgbClr val="FBAE40"/>
          </p15:clr>
        </p15:guide>
        <p15:guide id="6" orient="horz" pos="2568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title＋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16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If title is a single line: Yu Gothic UI 20pt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600" y="1125538"/>
            <a:ext cx="9504000" cy="5327650"/>
          </a:xfrm>
        </p:spPr>
        <p:txBody>
          <a:bodyPr/>
          <a:lstStyle>
            <a:lvl5pPr>
              <a:defRPr/>
            </a:lvl5pPr>
          </a:lstStyle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4256557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16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12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55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Digit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36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93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3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02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48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fr-FR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702000"/>
            <a:ext cx="8924663" cy="344134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A75DCA0-37A1-1574-E48B-43A75D6256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9" name="Freeform 290">
              <a:extLst>
                <a:ext uri="{FF2B5EF4-FFF2-40B4-BE49-F238E27FC236}">
                  <a16:creationId xmlns:a16="http://schemas.microsoft.com/office/drawing/2014/main" id="{5B10F016-5FA4-BDE5-6EFF-2E508AC78B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0" name="Freeform 291">
              <a:extLst>
                <a:ext uri="{FF2B5EF4-FFF2-40B4-BE49-F238E27FC236}">
                  <a16:creationId xmlns:a16="http://schemas.microsoft.com/office/drawing/2014/main" id="{517A3D61-B84C-7A45-F478-10B1A53796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BCCBC8CA-2147-9582-595A-0C626AC3592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B80C3E-5DD9-4A4B-B6C6-129AF68CEF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892428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01D2B125-5BCA-A2CB-EEA7-665603BC97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913CE983-15C1-F8BE-760F-B69E290BCE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205357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+Subtitle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fr-FR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18974"/>
            <a:ext cx="8924663" cy="344134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>
              <a:spcBef>
                <a:spcPts val="0"/>
              </a:spcBef>
              <a:buNone/>
              <a:defRPr sz="18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Subtitle</a:t>
            </a:r>
            <a:endParaRPr kumimoji="1" lang="ja-JP" altLang="en-US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BD9D46E-B8A8-9C4A-80FA-DAD618A04B0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1FD2B096-EF28-097E-D405-D1D8F180F0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7" name="Freeform 291">
              <a:extLst>
                <a:ext uri="{FF2B5EF4-FFF2-40B4-BE49-F238E27FC236}">
                  <a16:creationId xmlns:a16="http://schemas.microsoft.com/office/drawing/2014/main" id="{4E9168AE-46AB-F5C0-DADA-D56ED08C20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CF8EEC59-6344-B292-848D-6D94490F4C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FCEBA71-403E-0B67-0FB8-39A67FDFDA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7" y="2986965"/>
            <a:ext cx="8924281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A79B440E-B533-750D-F94B-94C3EFD03F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DB5F7168-0755-A566-2459-AC9AEE0191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961085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02427" y="1120655"/>
            <a:ext cx="6901149" cy="5135766"/>
          </a:xfrm>
        </p:spPr>
        <p:txBody>
          <a:bodyPr>
            <a:noAutofit/>
          </a:bodyPr>
          <a:lstStyle>
            <a:lvl1pPr marL="342900" indent="-342900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6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4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US" altLang="ja-JP" dirty="0"/>
              <a:t>Text</a:t>
            </a:r>
            <a:endParaRPr lang="ja-JP" altLang="en-US" dirty="0"/>
          </a:p>
          <a:p>
            <a:pPr lvl="1"/>
            <a:r>
              <a:rPr lang="en-US" altLang="ja-JP" dirty="0"/>
              <a:t>Text</a:t>
            </a:r>
            <a:endParaRPr lang="ja-JP" altLang="en-US" dirty="0"/>
          </a:p>
          <a:p>
            <a:pPr lvl="2"/>
            <a:r>
              <a:rPr lang="en-US" altLang="ja-JP" dirty="0"/>
              <a:t>Text</a:t>
            </a:r>
            <a:endParaRPr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</p:spPr>
        <p:txBody>
          <a:bodyPr/>
          <a:lstStyle/>
          <a:p>
            <a:r>
              <a:rPr kumimoji="1" lang="en-US" altLang="ja-JP" dirty="0"/>
              <a:t>Table of contents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3620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5" name="オブジェクト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6496" y="1120655"/>
            <a:ext cx="9073012" cy="5135766"/>
          </a:xfrm>
        </p:spPr>
        <p:txBody>
          <a:bodyPr rIns="0" numCol="2" spcCol="360000">
            <a:noAutofit/>
          </a:bodyPr>
          <a:lstStyle>
            <a:lvl1pPr marL="271463" indent="-271463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4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12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US" altLang="ja-JP" dirty="0"/>
              <a:t>Text</a:t>
            </a:r>
            <a:endParaRPr lang="ja-JP" altLang="en-US" dirty="0"/>
          </a:p>
          <a:p>
            <a:pPr lvl="1"/>
            <a:r>
              <a:rPr lang="en-US" altLang="ja-JP" dirty="0"/>
              <a:t>Text</a:t>
            </a:r>
            <a:endParaRPr lang="ja-JP" altLang="en-US" dirty="0"/>
          </a:p>
          <a:p>
            <a:pPr lvl="2"/>
            <a:r>
              <a:rPr lang="en-US" altLang="ja-JP" dirty="0"/>
              <a:t>Text</a:t>
            </a:r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Table of contents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822598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E5C9B9-6615-2342-085E-17544E213E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54" imgH="551" progId="TCLayout.ActiveDocument.1">
                  <p:embed/>
                </p:oleObj>
              </mc:Choice>
              <mc:Fallback>
                <p:oleObj name="think-cell Slide" r:id="rId5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" y="3060000"/>
            <a:ext cx="8713415" cy="504000"/>
          </a:xfr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240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ja-JP" dirty="0"/>
              <a:t>Cover page: Yu Gothic UI 24pt + Bold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0364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If title is a single line: Yu Gothic UI 20pt 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486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If title is a single line: Yu Gothic UI 20pt + Bold</a:t>
            </a:r>
            <a:endParaRPr kumimoji="1" lang="ja-JP" altLang="en-US" dirty="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7F3415EC-7DBA-4BDB-9409-D3B319EBC9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01000" y="836613"/>
            <a:ext cx="9504000" cy="5616575"/>
          </a:xfrm>
        </p:spPr>
        <p:txBody>
          <a:bodyPr/>
          <a:lstStyle/>
          <a:p>
            <a:pPr lvl="0"/>
            <a:r>
              <a:rPr kumimoji="1" lang="en-US" altLang="ja-JP" dirty="0"/>
              <a:t>Body text (16pt)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Level 2 (14pt)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Level 3 (14pt)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Level 4 (12pt)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Level 5 (12pt)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40163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12410" y="6609598"/>
            <a:ext cx="5748702" cy="248402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/>
            </a:lvl1pPr>
          </a:lstStyle>
          <a:p>
            <a:r>
              <a:rPr lang="en-US" altLang="ja-JP" dirty="0"/>
              <a:t>Source : </a:t>
            </a:r>
            <a:r>
              <a:rPr lang="en-US" altLang="ja-JP" dirty="0" err="1"/>
              <a:t>xxxx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1253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If title is a single line: Yu Gothic UI 20pt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600" y="1125538"/>
            <a:ext cx="9504000" cy="5327650"/>
          </a:xfrm>
        </p:spPr>
        <p:txBody>
          <a:bodyPr/>
          <a:lstStyle>
            <a:lvl5pPr>
              <a:defRPr/>
            </a:lvl5pPr>
          </a:lstStyle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2099885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12410" y="6609598"/>
            <a:ext cx="5748702" cy="248402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/>
            </a:lvl1pPr>
          </a:lstStyle>
          <a:p>
            <a:r>
              <a:rPr lang="en-US" altLang="ja-JP" dirty="0"/>
              <a:t>Source : </a:t>
            </a:r>
            <a:r>
              <a:rPr lang="en-US" altLang="ja-JP" dirty="0" err="1"/>
              <a:t>xxxx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42305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（text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600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600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B570E-CC53-41C8-85D2-1CE49EC804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000" y="1476000"/>
            <a:ext cx="9504000" cy="4968000"/>
          </a:xfrm>
        </p:spPr>
        <p:txBody>
          <a:bodyPr/>
          <a:lstStyle>
            <a:lvl5pPr>
              <a:defRPr/>
            </a:lvl5pPr>
          </a:lstStyle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2190582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83" cy="5328000"/>
            <a:chOff x="200025" y="1125187"/>
            <a:chExt cx="6625183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585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1000" y="1131885"/>
              <a:ext cx="2304208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5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タイトル 8">
            <a:extLst>
              <a:ext uri="{FF2B5EF4-FFF2-40B4-BE49-F238E27FC236}">
                <a16:creationId xmlns:a16="http://schemas.microsoft.com/office/drawing/2014/main" id="{EE848F01-DED5-42A2-963F-57203EA5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Profiles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1974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Profiles</a:t>
            </a: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79" cy="5328000"/>
            <a:chOff x="200025" y="1125187"/>
            <a:chExt cx="6625179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127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0999" y="1131885"/>
              <a:ext cx="2304205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7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130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 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8"/>
              <a:gd name="adj2" fmla="val -2748"/>
              <a:gd name="adj3" fmla="val 99892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926"/>
              <a:gd name="adj2" fmla="val 185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tabLst>
                <a:tab pos="1077913" algn="l"/>
              </a:tabLst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A0E4B5E-8D46-45C8-B082-BDED3A0CA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Profiles (movable)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113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"/>
              <a:gd name="adj2" fmla="val -2794"/>
              <a:gd name="adj3" fmla="val 100026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5"/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altLang="ja-JP" dirty="0"/>
              <a:t>Profiles (movable)</a:t>
            </a:r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814"/>
              <a:gd name="adj2" fmla="val 191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tabLst>
                <a:tab pos="1077913" algn="l"/>
              </a:tabLst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388938" indent="0">
              <a:spcBef>
                <a:spcPts val="504"/>
              </a:spcBef>
              <a:buNone/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3574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17706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3B3A293-16F5-5AAE-0E63-05A801985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0149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07241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9C78DF-9F4E-428F-8949-4660E432C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836613"/>
            <a:ext cx="9504000" cy="5616575"/>
          </a:xfrm>
        </p:spPr>
        <p:txBody>
          <a:bodyPr/>
          <a:lstStyle>
            <a:lvl1pPr marL="187200" indent="-187200">
              <a:defRPr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E5B7E22-4349-4043-8C35-8AA7558D3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349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27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3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2410" y="1125538"/>
            <a:ext cx="9504000" cy="5327650"/>
          </a:xfrm>
        </p:spPr>
        <p:txBody>
          <a:bodyPr/>
          <a:lstStyle/>
          <a:p>
            <a:pPr lvl="0"/>
            <a:r>
              <a:rPr kumimoji="1" lang="en-US" altLang="ja-JP"/>
              <a:t>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4475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2133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04201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/>
              <a:t>Chapter title / slide title: Yu Gothic UI 14pt + Bold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76222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MIE CS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00025" y="1489075"/>
            <a:ext cx="1873250" cy="32702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N"/>
              <a:t>AAA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00025" y="6597650"/>
            <a:ext cx="1449388" cy="26035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IN"/>
              <a:t>Source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29713" y="44624"/>
            <a:ext cx="576262" cy="503238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en-IN"/>
              <a:t>OEM Logo</a:t>
            </a:r>
          </a:p>
        </p:txBody>
      </p:sp>
    </p:spTree>
    <p:extLst>
      <p:ext uri="{BB962C8B-B14F-4D97-AF65-F5344CB8AC3E}">
        <p14:creationId xmlns:p14="http://schemas.microsoft.com/office/powerpoint/2010/main" val="35288038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orient="horz" pos="1162">
          <p15:clr>
            <a:srgbClr val="FBAE40"/>
          </p15:clr>
        </p15:guide>
        <p15:guide id="3" pos="4073">
          <p15:clr>
            <a:srgbClr val="FBAE40"/>
          </p15:clr>
        </p15:guide>
        <p15:guide id="4" pos="4163">
          <p15:clr>
            <a:srgbClr val="FBAE40"/>
          </p15:clr>
        </p15:guide>
        <p15:guide id="5" orient="horz" pos="2659">
          <p15:clr>
            <a:srgbClr val="FBAE40"/>
          </p15:clr>
        </p15:guide>
        <p15:guide id="6" orient="horz" pos="2568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8790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IN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</p:spTree>
    <p:extLst>
      <p:ext uri="{BB962C8B-B14F-4D97-AF65-F5344CB8AC3E}">
        <p14:creationId xmlns:p14="http://schemas.microsoft.com/office/powerpoint/2010/main" val="3988816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Arial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92860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1786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570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2239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Digit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3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96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3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97281"/>
            <a:ext cx="6332818" cy="344134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56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fr-FR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702000"/>
            <a:ext cx="8924663" cy="344134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A75DCA0-37A1-1574-E48B-43A75D6256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9" name="Freeform 290">
              <a:extLst>
                <a:ext uri="{FF2B5EF4-FFF2-40B4-BE49-F238E27FC236}">
                  <a16:creationId xmlns:a16="http://schemas.microsoft.com/office/drawing/2014/main" id="{5B10F016-5FA4-BDE5-6EFF-2E508AC78B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0" name="Freeform 291">
              <a:extLst>
                <a:ext uri="{FF2B5EF4-FFF2-40B4-BE49-F238E27FC236}">
                  <a16:creationId xmlns:a16="http://schemas.microsoft.com/office/drawing/2014/main" id="{517A3D61-B84C-7A45-F478-10B1A53796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BCCBC8CA-2147-9582-595A-0C626AC3592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B80C3E-5DD9-4A4B-B6C6-129AF68CEF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8924282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01D2B125-5BCA-A2CB-EEA7-665603BC97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913CE983-15C1-F8BE-760F-B69E290BCE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1592835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+Subtitle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fr-FR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18974"/>
            <a:ext cx="8924663" cy="344134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fr-FR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DD Month, YYYY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>
              <a:spcBef>
                <a:spcPts val="0"/>
              </a:spcBef>
              <a:buNone/>
              <a:defRPr sz="18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Subtitle</a:t>
            </a:r>
            <a:endParaRPr kumimoji="1" lang="ja-JP" altLang="en-US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BD9D46E-B8A8-9C4A-80FA-DAD618A04B0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1FD2B096-EF28-097E-D405-D1D8F180F0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7" name="Freeform 291">
              <a:extLst>
                <a:ext uri="{FF2B5EF4-FFF2-40B4-BE49-F238E27FC236}">
                  <a16:creationId xmlns:a16="http://schemas.microsoft.com/office/drawing/2014/main" id="{4E9168AE-46AB-F5C0-DADA-D56ED08C20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CF8EEC59-6344-B292-848D-6D94490F4C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FCEBA71-403E-0B67-0FB8-39A67FDFDA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7" y="2986965"/>
            <a:ext cx="8924281" cy="442035"/>
          </a:xfrm>
          <a:noFill/>
        </p:spPr>
        <p:txBody>
          <a:bodyPr wrap="square" lIns="0" tIns="36000" rIns="0" bIns="3600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Project Title (Yu Gothic UI 24pt + Bold)</a:t>
            </a:r>
            <a:endParaRPr lang="en-US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A79B440E-B533-750D-F94B-94C3EFD03F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/>
              <a:t>Nomura Research Institute, Ltd.</a:t>
            </a:r>
          </a:p>
          <a:p>
            <a:r>
              <a:rPr kumimoji="1" lang="en-US" altLang="ja-JP" dirty="0"/>
              <a:t>Consulting Division</a:t>
            </a:r>
          </a:p>
          <a:p>
            <a:r>
              <a:rPr kumimoji="1" lang="en-US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DB5F7168-0755-A566-2459-AC9AEE0191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US" altLang="ja-JP" dirty="0" err="1"/>
              <a:t>Sotaro</a:t>
            </a:r>
            <a:r>
              <a:rPr kumimoji="1" lang="en-US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24702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02427" y="1120655"/>
            <a:ext cx="6901149" cy="5135766"/>
          </a:xfrm>
        </p:spPr>
        <p:txBody>
          <a:bodyPr>
            <a:noAutofit/>
          </a:bodyPr>
          <a:lstStyle>
            <a:lvl1pPr marL="342900" indent="-342900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6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4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US" altLang="ja-JP" dirty="0"/>
              <a:t>Text</a:t>
            </a:r>
            <a:endParaRPr lang="ja-JP" altLang="en-US" dirty="0"/>
          </a:p>
          <a:p>
            <a:pPr lvl="1"/>
            <a:r>
              <a:rPr lang="en-US" altLang="ja-JP" dirty="0"/>
              <a:t>Text</a:t>
            </a:r>
            <a:endParaRPr lang="ja-JP" altLang="en-US" dirty="0"/>
          </a:p>
          <a:p>
            <a:pPr lvl="2"/>
            <a:r>
              <a:rPr lang="en-US" altLang="ja-JP" dirty="0"/>
              <a:t>Text</a:t>
            </a:r>
            <a:endParaRPr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</p:spPr>
        <p:txBody>
          <a:bodyPr/>
          <a:lstStyle/>
          <a:p>
            <a:r>
              <a:rPr kumimoji="1" lang="en-US" altLang="ja-JP" dirty="0"/>
              <a:t>Table of contents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473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5" name="オブジェクト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6496" y="1120655"/>
            <a:ext cx="9073012" cy="5135766"/>
          </a:xfrm>
        </p:spPr>
        <p:txBody>
          <a:bodyPr rIns="0" numCol="2" spcCol="360000">
            <a:noAutofit/>
          </a:bodyPr>
          <a:lstStyle>
            <a:lvl1pPr marL="271463" indent="-271463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4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12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US" altLang="ja-JP" dirty="0"/>
              <a:t>Text</a:t>
            </a:r>
            <a:endParaRPr lang="ja-JP" altLang="en-US" dirty="0"/>
          </a:p>
          <a:p>
            <a:pPr lvl="1"/>
            <a:r>
              <a:rPr lang="en-US" altLang="ja-JP" dirty="0"/>
              <a:t>Text</a:t>
            </a:r>
            <a:endParaRPr lang="ja-JP" altLang="en-US" dirty="0"/>
          </a:p>
          <a:p>
            <a:pPr lvl="2"/>
            <a:r>
              <a:rPr lang="en-US" altLang="ja-JP" dirty="0"/>
              <a:t>Text</a:t>
            </a:r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Table of contents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0402218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E5C9B9-6615-2342-085E-17544E213E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54" imgH="551" progId="TCLayout.ActiveDocument.1">
                  <p:embed/>
                </p:oleObj>
              </mc:Choice>
              <mc:Fallback>
                <p:oleObj name="think-cell Slide" r:id="rId5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" y="3060000"/>
            <a:ext cx="8713415" cy="504000"/>
          </a:xfr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240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ja-JP" dirty="0"/>
              <a:t>Cover page: Yu Gothic UI 24pt + Bold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007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If title is a single line: Yu Gothic UI 20pt 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9499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If title is a single line: Yu Gothic UI 20pt + Bold</a:t>
            </a:r>
            <a:endParaRPr kumimoji="1" lang="ja-JP" altLang="en-US" dirty="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7F3415EC-7DBA-4BDB-9409-D3B319EBC9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01000" y="836613"/>
            <a:ext cx="9504000" cy="5616575"/>
          </a:xfrm>
        </p:spPr>
        <p:txBody>
          <a:bodyPr/>
          <a:lstStyle/>
          <a:p>
            <a:pPr lvl="0"/>
            <a:r>
              <a:rPr kumimoji="1" lang="en-US" altLang="ja-JP" dirty="0"/>
              <a:t>Body text (16pt)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Level 2 (14pt)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Level 3 (14pt)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Level 4 (12pt)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Level 5 (12pt)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9546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12410" y="6609598"/>
            <a:ext cx="5748702" cy="248402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/>
            </a:lvl1pPr>
          </a:lstStyle>
          <a:p>
            <a:r>
              <a:rPr lang="en-US" altLang="ja-JP" dirty="0"/>
              <a:t>Source : </a:t>
            </a:r>
            <a:r>
              <a:rPr lang="en-US" altLang="ja-JP" dirty="0" err="1"/>
              <a:t>xxxx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09496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If title is a single line: Yu Gothic UI 20pt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600" y="1125538"/>
            <a:ext cx="9504000" cy="5327650"/>
          </a:xfrm>
        </p:spPr>
        <p:txBody>
          <a:bodyPr/>
          <a:lstStyle>
            <a:lvl5pPr>
              <a:defRPr/>
            </a:lvl5pPr>
          </a:lstStyle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1914836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12410" y="6609598"/>
            <a:ext cx="5748702" cy="248402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baseline="0"/>
            </a:lvl1pPr>
          </a:lstStyle>
          <a:p>
            <a:r>
              <a:rPr lang="en-US" altLang="ja-JP" dirty="0"/>
              <a:t>Source : </a:t>
            </a:r>
            <a:r>
              <a:rPr lang="en-US" altLang="ja-JP" dirty="0" err="1"/>
              <a:t>xxxx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45768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（text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600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600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B570E-CC53-41C8-85D2-1CE49EC804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000" y="1476000"/>
            <a:ext cx="9504000" cy="4968000"/>
          </a:xfrm>
        </p:spPr>
        <p:txBody>
          <a:bodyPr/>
          <a:lstStyle>
            <a:lvl5pPr>
              <a:defRPr/>
            </a:lvl5pPr>
          </a:lstStyle>
          <a:p>
            <a:r>
              <a:rPr lang="en-US" altLang="ja-JP" dirty="0"/>
              <a:t>Body text (16pt)</a:t>
            </a:r>
          </a:p>
          <a:p>
            <a:pPr lvl="1"/>
            <a:r>
              <a:rPr lang="en-US" altLang="ja-JP" dirty="0"/>
              <a:t>Level 2 (14pt)</a:t>
            </a:r>
          </a:p>
          <a:p>
            <a:pPr lvl="2"/>
            <a:r>
              <a:rPr lang="en-US" altLang="ja-JP" dirty="0"/>
              <a:t>Level 3 (14pt)</a:t>
            </a:r>
          </a:p>
          <a:p>
            <a:pPr lvl="3"/>
            <a:r>
              <a:rPr lang="en-US" altLang="ja-JP" dirty="0"/>
              <a:t>Level 4 (12pt)</a:t>
            </a:r>
          </a:p>
          <a:p>
            <a:pPr lvl="4"/>
            <a:r>
              <a:rPr lang="en-US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2705599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83" cy="5328000"/>
            <a:chOff x="200025" y="1125187"/>
            <a:chExt cx="6625183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585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1000" y="1131885"/>
              <a:ext cx="2304208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5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タイトル 8">
            <a:extLst>
              <a:ext uri="{FF2B5EF4-FFF2-40B4-BE49-F238E27FC236}">
                <a16:creationId xmlns:a16="http://schemas.microsoft.com/office/drawing/2014/main" id="{EE848F01-DED5-42A2-963F-57203EA5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Profiles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791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Profiles</a:t>
            </a: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US" altLang="ja-JP" dirty="0"/>
              <a:t>Body text (12pt)</a:t>
            </a:r>
            <a:endParaRPr kumimoji="1"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79" cy="5328000"/>
            <a:chOff x="200025" y="1125187"/>
            <a:chExt cx="6625179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127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0999" y="1131885"/>
              <a:ext cx="2304205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7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  <a:endPara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4247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 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8"/>
              <a:gd name="adj2" fmla="val -2748"/>
              <a:gd name="adj3" fmla="val 99892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926"/>
              <a:gd name="adj2" fmla="val 185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tabLst>
                <a:tab pos="1077913" algn="l"/>
              </a:tabLst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A0E4B5E-8D46-45C8-B082-BDED3A0CA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Profiles (movable)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250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"/>
              <a:gd name="adj2" fmla="val -2794"/>
              <a:gd name="adj3" fmla="val 100026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5"/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altLang="ja-JP" dirty="0"/>
              <a:t>Profiles (movable)</a:t>
            </a:r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814"/>
              <a:gd name="adj2" fmla="val 191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fontAlgn="ctr">
              <a:tabLst>
                <a:tab pos="1077913" algn="l"/>
              </a:tabLst>
              <a:defRPr sz="1200"/>
            </a:lvl1pPr>
            <a:lvl2pPr marL="356400" indent="-17640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fontAlgn="ctr">
              <a:defRPr sz="1200"/>
            </a:lvl1pPr>
            <a:lvl2pPr marL="356400" indent="-176400" fontAlgn="ctr">
              <a:defRPr sz="900"/>
            </a:lvl2pPr>
            <a:lvl3pPr marL="388938" indent="0">
              <a:spcBef>
                <a:spcPts val="504"/>
              </a:spcBef>
              <a:buNone/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US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US" altLang="ja-JP" dirty="0"/>
              <a:t>Body text (12pt)</a:t>
            </a:r>
          </a:p>
          <a:p>
            <a:pPr lvl="1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6448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277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3B3A293-16F5-5AAE-0E63-05A801985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0366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52076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9C78DF-9F4E-428F-8949-4660E432C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836613"/>
            <a:ext cx="9504000" cy="5616575"/>
          </a:xfrm>
        </p:spPr>
        <p:txBody>
          <a:bodyPr/>
          <a:lstStyle>
            <a:lvl1pPr marL="187200" indent="-187200">
              <a:defRPr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E5B7E22-4349-4043-8C35-8AA7558D3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179069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27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3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2410" y="1125538"/>
            <a:ext cx="9504000" cy="5327650"/>
          </a:xfrm>
        </p:spPr>
        <p:txBody>
          <a:bodyPr/>
          <a:lstStyle/>
          <a:p>
            <a:pPr lvl="0"/>
            <a:r>
              <a:rPr kumimoji="1" lang="en-US" altLang="ja-JP"/>
              <a:t>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039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 dirty="0"/>
              <a:t>Chapter title / slide title: Yu Gothic UI 14pt 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4922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09825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306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MIE CS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00025" y="1489075"/>
            <a:ext cx="1873250" cy="32702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IN"/>
              <a:t>AAA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00025" y="6597650"/>
            <a:ext cx="1449388" cy="26035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IN"/>
              <a:t>Source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29713" y="44624"/>
            <a:ext cx="576262" cy="503238"/>
          </a:xfr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en-IN"/>
              <a:t>OEM Logo</a:t>
            </a:r>
          </a:p>
        </p:txBody>
      </p:sp>
    </p:spTree>
    <p:extLst>
      <p:ext uri="{BB962C8B-B14F-4D97-AF65-F5344CB8AC3E}">
        <p14:creationId xmlns:p14="http://schemas.microsoft.com/office/powerpoint/2010/main" val="347782177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orient="horz" pos="1162">
          <p15:clr>
            <a:srgbClr val="FBAE40"/>
          </p15:clr>
        </p15:guide>
        <p15:guide id="3" pos="4073">
          <p15:clr>
            <a:srgbClr val="FBAE40"/>
          </p15:clr>
        </p15:guide>
        <p15:guide id="4" pos="4163">
          <p15:clr>
            <a:srgbClr val="FBAE40"/>
          </p15:clr>
        </p15:guide>
        <p15:guide id="5" orient="horz" pos="2659">
          <p15:clr>
            <a:srgbClr val="FBAE40"/>
          </p15:clr>
        </p15:guide>
        <p15:guide id="6" orient="horz" pos="2568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90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 baseline="0">
                <a:latin typeface="(日本語用のフォントを使用)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(日本語用のフォントを使用)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5608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/>
              <a:t>Chapter title / slide title: Yu Gothic UI 14pt + Bold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0257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38"/>
            <a:ext cx="9504000" cy="288373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ja-JP" altLang="en-US" dirty="0"/>
              <a:t>章タイトル</a:t>
            </a:r>
            <a:r>
              <a:rPr kumimoji="1" lang="en-US" altLang="ja-JP" dirty="0"/>
              <a:t>/</a:t>
            </a:r>
            <a:r>
              <a:rPr kumimoji="1" lang="ja-JP" altLang="en-US" dirty="0"/>
              <a:t>スライドタイトルを入力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760969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 hangingPunct="1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559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kumimoji="1" lang="en-US" altLang="ja-JP"/>
              <a:t>Chapter title / slide title: Yu Gothic UI 14pt + Bold</a:t>
            </a:r>
            <a:endParaRPr kumimoji="1" lang="ja-JP" altLang="en-US"/>
          </a:p>
        </p:txBody>
      </p:sp>
      <p:sp>
        <p:nvSpPr>
          <p:cNvPr id="7" name="Oval 6"/>
          <p:cNvSpPr>
            <a:spLocks noChangeArrowheads="1"/>
          </p:cNvSpPr>
          <p:nvPr userDrawn="1"/>
        </p:nvSpPr>
        <p:spPr bwMode="auto">
          <a:xfrm>
            <a:off x="272480" y="302319"/>
            <a:ext cx="253093" cy="246361"/>
          </a:xfrm>
          <a:prstGeom prst="ellipse">
            <a:avLst/>
          </a:prstGeom>
          <a:solidFill>
            <a:schemeClr val="accent4"/>
          </a:solidFill>
          <a:ln w="127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bIns="0" anchor="ctr" anchorCtr="1"/>
          <a:lstStyle>
            <a:defPPr>
              <a:defRPr lang="ja-JP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ＭＳ Ｐゴシック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Oval 7"/>
          <p:cNvSpPr>
            <a:spLocks noChangeArrowheads="1"/>
          </p:cNvSpPr>
          <p:nvPr userDrawn="1"/>
        </p:nvSpPr>
        <p:spPr bwMode="auto">
          <a:xfrm>
            <a:off x="560512" y="332656"/>
            <a:ext cx="180000" cy="1800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bIns="0" anchor="ctr" anchorCtr="1"/>
          <a:lstStyle>
            <a:defPPr>
              <a:defRPr lang="ja-JP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ＭＳ Ｐゴシック" charset="-128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38826490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9426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 dirty="0"/>
              <a:t>Use this layout if the title is of two lines. </a:t>
            </a:r>
          </a:p>
          <a:p>
            <a:r>
              <a:rPr lang="en-US" altLang="ja-JP" dirty="0"/>
              <a:t>Yu Gothic UI 20pt</a:t>
            </a:r>
            <a:r>
              <a:rPr lang="ja-JP" altLang="en-US" dirty="0"/>
              <a:t>＋</a:t>
            </a:r>
            <a:r>
              <a:rPr lang="en-US" altLang="ja-JP" dirty="0"/>
              <a:t>Bold</a:t>
            </a:r>
            <a:endParaRPr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 dirty="0"/>
              <a:t>Chapter title / slide title: Yu Gothic UI 14pt</a:t>
            </a:r>
            <a:r>
              <a:rPr lang="ja-JP" altLang="en-US" dirty="0"/>
              <a:t> </a:t>
            </a:r>
            <a:r>
              <a:rPr lang="en-US" altLang="ja-JP" dirty="0"/>
              <a:t>+ Bold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6324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  <p:sp>
        <p:nvSpPr>
          <p:cNvPr id="6" name="Oval 5"/>
          <p:cNvSpPr>
            <a:spLocks noChangeArrowheads="1"/>
          </p:cNvSpPr>
          <p:nvPr userDrawn="1"/>
        </p:nvSpPr>
        <p:spPr bwMode="auto">
          <a:xfrm>
            <a:off x="272480" y="302319"/>
            <a:ext cx="253093" cy="246361"/>
          </a:xfrm>
          <a:prstGeom prst="ellipse">
            <a:avLst/>
          </a:prstGeom>
          <a:solidFill>
            <a:schemeClr val="accent4"/>
          </a:solidFill>
          <a:ln w="127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bIns="0" anchor="ctr" anchorCtr="1"/>
          <a:lstStyle>
            <a:defPPr>
              <a:defRPr lang="ja-JP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ＭＳ Ｐゴシック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Oval 6"/>
          <p:cNvSpPr>
            <a:spLocks noChangeArrowheads="1"/>
          </p:cNvSpPr>
          <p:nvPr userDrawn="1"/>
        </p:nvSpPr>
        <p:spPr bwMode="auto">
          <a:xfrm>
            <a:off x="560512" y="332656"/>
            <a:ext cx="180000" cy="1800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0" tIns="0" rIns="0" bIns="0" anchor="ctr" anchorCtr="1"/>
          <a:lstStyle>
            <a:defPPr>
              <a:defRPr lang="ja-JP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ctr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 UI"/>
                <a:ea typeface="ＭＳ Ｐゴシック" charset="-128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43838283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Use this layout if the title is of two lines. </a:t>
            </a:r>
          </a:p>
          <a:p>
            <a:r>
              <a:rPr lang="en-IN" altLang="ja-JP" dirty="0"/>
              <a:t>Yu Gothic UI 20pt</a:t>
            </a:r>
            <a:r>
              <a:rPr lang="ja-JP" altLang="en-IN" dirty="0"/>
              <a:t>＋</a:t>
            </a:r>
            <a:r>
              <a:rPr lang="en-IN" altLang="ja-JP" dirty="0"/>
              <a:t>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271454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Digit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72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10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3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74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Society We Innovate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633244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1" y="686670"/>
            <a:ext cx="6332818" cy="365357"/>
          </a:xfrm>
        </p:spPr>
        <p:txBody>
          <a:bodyPr wrap="square"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90" y="5436000"/>
            <a:ext cx="6332442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AFB9F92-E4DB-613F-D604-D93B1A66B5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20AA130B-975D-1BBA-EE65-618E90F737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1" name="Freeform 291">
              <a:extLst>
                <a:ext uri="{FF2B5EF4-FFF2-40B4-BE49-F238E27FC236}">
                  <a16:creationId xmlns:a16="http://schemas.microsoft.com/office/drawing/2014/main" id="{6A26E58B-2A23-522A-BB00-332AD424C1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1BF68E1E-E293-8BC2-1AEC-5E70B781E8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05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691389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A75DCA0-37A1-1574-E48B-43A75D6256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9" name="Freeform 290">
              <a:extLst>
                <a:ext uri="{FF2B5EF4-FFF2-40B4-BE49-F238E27FC236}">
                  <a16:creationId xmlns:a16="http://schemas.microsoft.com/office/drawing/2014/main" id="{5B10F016-5FA4-BDE5-6EFF-2E508AC78B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0" name="Freeform 291">
              <a:extLst>
                <a:ext uri="{FF2B5EF4-FFF2-40B4-BE49-F238E27FC236}">
                  <a16:creationId xmlns:a16="http://schemas.microsoft.com/office/drawing/2014/main" id="{517A3D61-B84C-7A45-F478-10B1A53796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BCCBC8CA-2147-9582-595A-0C626AC3592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B80C3E-5DD9-4A4B-B6C6-129AF68CEF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8" y="2986965"/>
            <a:ext cx="8924282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01D2B125-5BCA-A2CB-EEA7-665603BC97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913CE983-15C1-F8BE-760F-B69E290BCE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3532262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+Subtitle（No Photo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08363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 rtl="0">
              <a:lnSpc>
                <a:spcPct val="110000"/>
              </a:lnSpc>
              <a:spcBef>
                <a:spcPts val="0"/>
              </a:spcBef>
              <a:buNone/>
              <a:defRPr sz="16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IN" altLang="ja-JP" dirty="0"/>
              <a:t>Document Title, etc. (Yu Gothic UI 16pt)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03231" cy="252000"/>
          </a:xfrm>
        </p:spPr>
        <p:txBody>
          <a:bodyPr lIns="0" tIns="0" rIns="0" bIns="0" anchor="ctr">
            <a:noAutofit/>
          </a:bodyPr>
          <a:lstStyle>
            <a:lvl1pPr marL="0" indent="0" rtl="0"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DD Month, YYYY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 rtl="0">
              <a:spcBef>
                <a:spcPts val="0"/>
              </a:spcBef>
              <a:buNone/>
              <a:defRPr sz="18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Subtitle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BD9D46E-B8A8-9C4A-80FA-DAD618A04B0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0" name="Freeform 290">
              <a:extLst>
                <a:ext uri="{FF2B5EF4-FFF2-40B4-BE49-F238E27FC236}">
                  <a16:creationId xmlns:a16="http://schemas.microsoft.com/office/drawing/2014/main" id="{1FD2B096-EF28-097E-D405-D1D8F180F0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7" name="Freeform 291">
              <a:extLst>
                <a:ext uri="{FF2B5EF4-FFF2-40B4-BE49-F238E27FC236}">
                  <a16:creationId xmlns:a16="http://schemas.microsoft.com/office/drawing/2014/main" id="{4E9168AE-46AB-F5C0-DADA-D56ED08C20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CF8EEC59-6344-B292-848D-6D94490F4C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FCEBA71-403E-0B67-0FB8-39A67FDFDA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67" y="2986965"/>
            <a:ext cx="8924281" cy="442035"/>
          </a:xfrm>
          <a:noFill/>
        </p:spPr>
        <p:txBody>
          <a:bodyPr vert="horz" wrap="square" lIns="0" tIns="36000" rIns="0" bIns="36000" anchor="b">
            <a:spAutoFit/>
          </a:bodyPr>
          <a:lstStyle>
            <a:lvl1pPr algn="l" rtl="0">
              <a:lnSpc>
                <a:spcPct val="100000"/>
              </a:lnSpc>
              <a:spcBef>
                <a:spcPts val="0"/>
              </a:spcBef>
              <a:defRPr sz="24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IN" altLang="ja-JP" dirty="0"/>
              <a:t>Project Title (Yu Gothic UI 24pt + Bold)</a:t>
            </a:r>
            <a:endParaRPr lang="en-IN" dirty="0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A79B440E-B533-750D-F94B-94C3EFD03F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526935"/>
            <a:ext cx="6332443" cy="766175"/>
          </a:xfrm>
        </p:spPr>
        <p:txBody>
          <a:bodyPr lIns="0" tIns="0" rIns="0" bIns="0" anchor="t">
            <a:noAutofit/>
          </a:bodyPr>
          <a:lstStyle>
            <a:lvl1pPr marL="0" indent="0" rtl="0">
              <a:lnSpc>
                <a:spcPts val="1540"/>
              </a:lnSpc>
              <a:spcBef>
                <a:spcPts val="0"/>
              </a:spcBef>
              <a:buNone/>
              <a:defRPr sz="1200" b="1" baseline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/>
              <a:t>Nomura Research Institute, Ltd.</a:t>
            </a:r>
          </a:p>
          <a:p>
            <a:r>
              <a:rPr kumimoji="1" lang="en-IN" altLang="ja-JP" dirty="0"/>
              <a:t>Consulting Division</a:t>
            </a:r>
          </a:p>
          <a:p>
            <a:r>
              <a:rPr kumimoji="1" lang="en-IN" altLang="ja-JP" dirty="0"/>
              <a:t>XXXX Consulting Department</a:t>
            </a:r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DB5F7168-0755-A566-2459-AC9AEE0191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6" y="4052682"/>
            <a:ext cx="6332442" cy="342000"/>
          </a:xfrm>
        </p:spPr>
        <p:txBody>
          <a:bodyPr lIns="0" tIns="0" rIns="0" bIns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600" b="1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en-IN" altLang="ja-JP" dirty="0" err="1"/>
              <a:t>Sotaro</a:t>
            </a:r>
            <a:r>
              <a:rPr kumimoji="1" lang="en-IN" altLang="ja-JP" dirty="0"/>
              <a:t> Nomura, Senior Systems Consultant</a:t>
            </a:r>
          </a:p>
        </p:txBody>
      </p:sp>
    </p:spTree>
    <p:extLst>
      <p:ext uri="{BB962C8B-B14F-4D97-AF65-F5344CB8AC3E}">
        <p14:creationId xmlns:p14="http://schemas.microsoft.com/office/powerpoint/2010/main" val="3446179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02427" y="1120655"/>
            <a:ext cx="6901149" cy="5135766"/>
          </a:xfrm>
        </p:spPr>
        <p:txBody>
          <a:bodyPr>
            <a:noAutofit/>
          </a:bodyPr>
          <a:lstStyle>
            <a:lvl1pPr marL="342900" indent="-342900" algn="l" rtl="0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6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 rtl="0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4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 rtl="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IN" altLang="ja-JP" dirty="0"/>
              <a:t>Text</a:t>
            </a:r>
          </a:p>
          <a:p>
            <a:pPr lvl="1"/>
            <a:r>
              <a:rPr lang="en-IN" altLang="ja-JP" dirty="0"/>
              <a:t>Text</a:t>
            </a:r>
          </a:p>
          <a:p>
            <a:pPr lvl="2"/>
            <a:r>
              <a:rPr lang="en-IN" altLang="ja-JP" dirty="0"/>
              <a:t>Text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Table of contents </a:t>
            </a:r>
          </a:p>
        </p:txBody>
      </p:sp>
    </p:spTree>
    <p:extLst>
      <p:ext uri="{BB962C8B-B14F-4D97-AF65-F5344CB8AC3E}">
        <p14:creationId xmlns:p14="http://schemas.microsoft.com/office/powerpoint/2010/main" val="4024938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5" name="オブジェクト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6496" y="1120655"/>
            <a:ext cx="9073012" cy="5135766"/>
          </a:xfrm>
        </p:spPr>
        <p:txBody>
          <a:bodyPr rIns="0" numCol="2" spcCol="360000">
            <a:noAutofit/>
          </a:bodyPr>
          <a:lstStyle>
            <a:lvl1pPr marL="271463" indent="-271463" algn="l" rtl="0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400" b="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517525" indent="0" algn="l" rtl="0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1200" kern="1200" dirty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74725" indent="-171450" algn="l" rtl="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IN" altLang="ja-JP" dirty="0"/>
              <a:t>Text</a:t>
            </a:r>
          </a:p>
          <a:p>
            <a:pPr lvl="1"/>
            <a:r>
              <a:rPr lang="en-IN" altLang="ja-JP" dirty="0"/>
              <a:t>Text</a:t>
            </a:r>
          </a:p>
          <a:p>
            <a:pPr lvl="2"/>
            <a:r>
              <a:rPr lang="en-IN" altLang="ja-JP" dirty="0"/>
              <a:t>Text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Table of contents </a:t>
            </a:r>
          </a:p>
        </p:txBody>
      </p:sp>
    </p:spTree>
    <p:extLst>
      <p:ext uri="{BB962C8B-B14F-4D97-AF65-F5344CB8AC3E}">
        <p14:creationId xmlns:p14="http://schemas.microsoft.com/office/powerpoint/2010/main" val="346638947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4E5C9B9-6615-2342-085E-17544E213E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54" imgH="551" progId="TCLayout.ActiveDocument.1">
                  <p:embed/>
                </p:oleObj>
              </mc:Choice>
              <mc:Fallback>
                <p:oleObj name="think-cell Slide" r:id="rId5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25" y="3060000"/>
            <a:ext cx="8713415" cy="504000"/>
          </a:xfr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 rtl="0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240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IN" altLang="ja-JP" dirty="0"/>
              <a:t>Cover page: Yu Gothic UI 24pt + Bold</a:t>
            </a:r>
          </a:p>
        </p:txBody>
      </p:sp>
    </p:spTree>
    <p:extLst>
      <p:ext uri="{BB962C8B-B14F-4D97-AF65-F5344CB8AC3E}">
        <p14:creationId xmlns:p14="http://schemas.microsoft.com/office/powerpoint/2010/main" val="3936460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If title is a single line: Yu Gothic UI 20pt + Bold</a:t>
            </a:r>
          </a:p>
        </p:txBody>
      </p:sp>
    </p:spTree>
    <p:extLst>
      <p:ext uri="{BB962C8B-B14F-4D97-AF65-F5344CB8AC3E}">
        <p14:creationId xmlns:p14="http://schemas.microsoft.com/office/powerpoint/2010/main" val="792405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kumimoji="1" lang="en-IN" altLang="ja-JP" dirty="0"/>
              <a:t>If title is a single line: Yu Gothic UI 20pt + Bold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7F3415EC-7DBA-4BDB-9409-D3B319EBC9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01000" y="836613"/>
            <a:ext cx="9504000" cy="56165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kumimoji="1" lang="en-IN" altLang="ja-JP" dirty="0"/>
              <a:t>Body text (16pt)</a:t>
            </a:r>
          </a:p>
          <a:p>
            <a:pPr lvl="1"/>
            <a:r>
              <a:rPr kumimoji="1" lang="en-IN" altLang="ja-JP" dirty="0"/>
              <a:t>Level 2 (14pt)</a:t>
            </a:r>
          </a:p>
          <a:p>
            <a:pPr lvl="2"/>
            <a:r>
              <a:rPr kumimoji="1" lang="en-IN" altLang="ja-JP" dirty="0"/>
              <a:t>Level 3 (14pt)</a:t>
            </a:r>
          </a:p>
          <a:p>
            <a:pPr lvl="3"/>
            <a:r>
              <a:rPr kumimoji="1" lang="en-IN" altLang="ja-JP" dirty="0"/>
              <a:t>Level 4 (12pt)</a:t>
            </a:r>
          </a:p>
          <a:p>
            <a:pPr lvl="4"/>
            <a:r>
              <a:rPr kumimoji="1" lang="en-IN" altLang="ja-JP" dirty="0"/>
              <a:t>Level 5 (12pt)</a:t>
            </a:r>
          </a:p>
        </p:txBody>
      </p:sp>
    </p:spTree>
    <p:extLst>
      <p:ext uri="{BB962C8B-B14F-4D97-AF65-F5344CB8AC3E}">
        <p14:creationId xmlns:p14="http://schemas.microsoft.com/office/powerpoint/2010/main" val="2393870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 hangingPunct="1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IN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</p:spTree>
    <p:extLst>
      <p:ext uri="{BB962C8B-B14F-4D97-AF65-F5344CB8AC3E}">
        <p14:creationId xmlns:p14="http://schemas.microsoft.com/office/powerpoint/2010/main" val="795684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Single lin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39"/>
            <a:ext cx="9504000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If title is a single line: Yu Gothic UI 20pt + 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2CAA47-5154-4784-B263-D9CA5A4651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600" y="1125538"/>
            <a:ext cx="9504000" cy="532765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r>
              <a:rPr lang="en-IN" altLang="ja-JP" dirty="0"/>
              <a:t>Body text (16pt)</a:t>
            </a:r>
          </a:p>
          <a:p>
            <a:pPr lvl="1"/>
            <a:r>
              <a:rPr lang="en-IN" altLang="ja-JP" dirty="0"/>
              <a:t>Level 2 (14pt)</a:t>
            </a:r>
          </a:p>
          <a:p>
            <a:pPr lvl="2"/>
            <a:r>
              <a:rPr lang="en-IN" altLang="ja-JP" dirty="0"/>
              <a:t>Level 3 (14pt)</a:t>
            </a:r>
          </a:p>
          <a:p>
            <a:pPr lvl="3"/>
            <a:r>
              <a:rPr lang="en-IN" altLang="ja-JP" dirty="0"/>
              <a:t>Level 4 (12pt)</a:t>
            </a:r>
          </a:p>
          <a:p>
            <a:pPr lvl="4"/>
            <a:r>
              <a:rPr lang="en-IN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9093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Use this layout if the title is of two lines. </a:t>
            </a:r>
          </a:p>
          <a:p>
            <a:r>
              <a:rPr lang="en-IN" altLang="ja-JP" dirty="0"/>
              <a:t>Yu Gothic UI 20pt</a:t>
            </a:r>
            <a:r>
              <a:rPr lang="ja-JP" altLang="en-IN" dirty="0"/>
              <a:t>＋</a:t>
            </a:r>
            <a:r>
              <a:rPr lang="en-IN" altLang="ja-JP" dirty="0"/>
              <a:t>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2369566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＋two lines title（text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600" y="259200"/>
            <a:ext cx="9504000" cy="979069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rtl="0" fontAlgn="ctr">
              <a:spcBef>
                <a:spcPts val="0"/>
              </a:spcBef>
              <a:buNone/>
              <a:defRPr lang="ja-JP" altLang="en-US" sz="2000" b="1" i="0" baseline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IN" altLang="ja-JP" dirty="0"/>
              <a:t>Use this layout if the title is of two lines. </a:t>
            </a:r>
          </a:p>
          <a:p>
            <a:r>
              <a:rPr lang="en-IN" altLang="ja-JP" dirty="0"/>
              <a:t>Yu Gothic UI 20pt</a:t>
            </a:r>
            <a:r>
              <a:rPr lang="ja-JP" altLang="en-IN" dirty="0"/>
              <a:t>＋</a:t>
            </a:r>
            <a:r>
              <a:rPr lang="en-IN" altLang="ja-JP" dirty="0"/>
              <a:t>Bold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600" y="259200"/>
            <a:ext cx="9504000" cy="299052"/>
          </a:xfrm>
          <a:noFill/>
        </p:spPr>
        <p:txBody>
          <a:bodyPr vert="horz" tIns="46800" bIns="36000" anchor="b" anchorCtr="0"/>
          <a:lstStyle>
            <a:lvl1pPr rtl="0">
              <a:lnSpc>
                <a:spcPct val="100000"/>
              </a:lnSpc>
              <a:defRPr sz="1400"/>
            </a:lvl1pPr>
          </a:lstStyle>
          <a:p>
            <a:r>
              <a:rPr lang="en-IN" altLang="ja-JP" dirty="0"/>
              <a:t>Chapter title / slide title: Yu Gothic UI 14pt + Bold</a:t>
            </a:r>
            <a:endParaRPr kumimoji="1" lang="en-IN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3B570E-CC53-41C8-85D2-1CE49EC804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01000" y="1476000"/>
            <a:ext cx="9504000" cy="4968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r>
              <a:rPr lang="en-IN" altLang="ja-JP" dirty="0"/>
              <a:t>Body text (16pt)</a:t>
            </a:r>
          </a:p>
          <a:p>
            <a:pPr lvl="1"/>
            <a:r>
              <a:rPr lang="en-IN" altLang="ja-JP" dirty="0"/>
              <a:t>Level 2 (14pt)</a:t>
            </a:r>
          </a:p>
          <a:p>
            <a:pPr lvl="2"/>
            <a:r>
              <a:rPr lang="en-IN" altLang="ja-JP" dirty="0"/>
              <a:t>Level 3 (14pt)</a:t>
            </a:r>
          </a:p>
          <a:p>
            <a:pPr lvl="3"/>
            <a:r>
              <a:rPr lang="en-IN" altLang="ja-JP" dirty="0"/>
              <a:t>Level 4 (12pt)</a:t>
            </a:r>
          </a:p>
          <a:p>
            <a:pPr lvl="4"/>
            <a:r>
              <a:rPr lang="en-IN" altLang="ja-JP" dirty="0"/>
              <a:t>Level 5 (12pt )</a:t>
            </a:r>
          </a:p>
        </p:txBody>
      </p:sp>
    </p:spTree>
    <p:extLst>
      <p:ext uri="{BB962C8B-B14F-4D97-AF65-F5344CB8AC3E}">
        <p14:creationId xmlns:p14="http://schemas.microsoft.com/office/powerpoint/2010/main" val="4239335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 rtl="0"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83" cy="5328000"/>
            <a:chOff x="200025" y="1125187"/>
            <a:chExt cx="6625183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585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1000" y="1131885"/>
              <a:ext cx="2304208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5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タイトル 8">
            <a:extLst>
              <a:ext uri="{FF2B5EF4-FFF2-40B4-BE49-F238E27FC236}">
                <a16:creationId xmlns:a16="http://schemas.microsoft.com/office/drawing/2014/main" id="{EE848F01-DED5-42A2-963F-57203EA53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IN" altLang="ja-JP" dirty="0"/>
              <a:t>Profiles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2375145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 rtl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IN" altLang="ja-JP" dirty="0"/>
              <a:t>Profiles</a:t>
            </a:r>
          </a:p>
        </p:txBody>
      </p:sp>
      <p:sp>
        <p:nvSpPr>
          <p:cNvPr id="5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412776"/>
            <a:ext cx="3960000" cy="1872208"/>
          </a:xfrm>
          <a:prstGeom prst="rect">
            <a:avLst/>
          </a:prstGeom>
        </p:spPr>
        <p:txBody>
          <a:bodyPr lIns="90000" rIns="0"/>
          <a:lstStyle>
            <a:lvl1pPr rtl="0">
              <a:tabLst>
                <a:tab pos="1077913" algn="l"/>
              </a:tabLst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6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861047"/>
            <a:ext cx="3960000" cy="2592139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412776"/>
            <a:ext cx="5184000" cy="5040411"/>
          </a:xfrm>
          <a:prstGeom prst="rect">
            <a:avLst/>
          </a:prstGeom>
        </p:spPr>
        <p:txBody>
          <a:bodyPr lIns="90000" rIns="0"/>
          <a:lstStyle>
            <a:lvl1pPr rtl="0">
              <a:defRPr sz="12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rtl="0">
              <a:defRPr sz="9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200">
                <a:latin typeface="+mn-ea"/>
                <a:ea typeface="+mn-ea"/>
              </a:defRPr>
            </a:lvl4pPr>
            <a:lvl5pPr>
              <a:defRPr sz="1200"/>
            </a:lvl5pPr>
          </a:lstStyle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 rtl="0"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4BF8A93-786D-4E2C-BE54-B502D6767873}"/>
              </a:ext>
            </a:extLst>
          </p:cNvPr>
          <p:cNvGrpSpPr/>
          <p:nvPr userDrawn="1"/>
        </p:nvGrpSpPr>
        <p:grpSpPr>
          <a:xfrm>
            <a:off x="200025" y="1125187"/>
            <a:ext cx="6625179" cy="5328000"/>
            <a:chOff x="200025" y="1125187"/>
            <a:chExt cx="6625179" cy="5328000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A95318-A8BD-4903-B279-AF9CDB5697B3}"/>
                </a:ext>
              </a:extLst>
            </p:cNvPr>
            <p:cNvSpPr txBox="1"/>
            <p:nvPr userDrawn="1"/>
          </p:nvSpPr>
          <p:spPr>
            <a:xfrm>
              <a:off x="200025" y="1131885"/>
              <a:ext cx="1296127" cy="27975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Background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96DC105-3612-45FB-8BFC-2C6F9403A975}"/>
                </a:ext>
              </a:extLst>
            </p:cNvPr>
            <p:cNvSpPr txBox="1"/>
            <p:nvPr userDrawn="1"/>
          </p:nvSpPr>
          <p:spPr>
            <a:xfrm>
              <a:off x="4520999" y="1131885"/>
              <a:ext cx="2304205" cy="280587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Representative Projects</a:t>
              </a: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7CA3323B-AF9B-4AF1-BE27-65FB15FB99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76936" y="1125187"/>
              <a:ext cx="0" cy="532800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EA90D61-2335-40F0-A9AF-1BFBC8DDDD46}"/>
                </a:ext>
              </a:extLst>
            </p:cNvPr>
            <p:cNvSpPr txBox="1"/>
            <p:nvPr userDrawn="1"/>
          </p:nvSpPr>
          <p:spPr>
            <a:xfrm>
              <a:off x="200472" y="3594302"/>
              <a:ext cx="1008107" cy="26674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no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IN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F78"/>
                  </a:solidFill>
                  <a:effectLst/>
                  <a:uLnTx/>
                  <a:uFillTx/>
                  <a:latin typeface="Yu Gothic UI" panose="020B0500000000000000" pitchFamily="50" charset="-128"/>
                  <a:ea typeface="Yu Gothic UI" panose="020B0500000000000000" pitchFamily="50" charset="-128"/>
                  <a:cs typeface="+mn-cs"/>
                </a:rPr>
                <a:t>Expertise</a:t>
              </a: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183AE00-A38E-4339-B2DE-ADC882984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480" y="3429000"/>
              <a:ext cx="3887546" cy="0"/>
            </a:xfrm>
            <a:prstGeom prst="line">
              <a:avLst/>
            </a:prstGeom>
            <a:ln w="3175">
              <a:solidFill>
                <a:srgbClr val="000F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289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 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8"/>
              <a:gd name="adj2" fmla="val -2748"/>
              <a:gd name="adj3" fmla="val 99892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926"/>
              <a:gd name="adj2" fmla="val 185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tabLst>
                <a:tab pos="1077913" algn="l"/>
              </a:tabLst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A0E4B5E-8D46-45C8-B082-BDED3A0CA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IN" altLang="ja-JP" dirty="0"/>
              <a:t>Profiles (movable)</a:t>
            </a:r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2049413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172">
          <p15:clr>
            <a:srgbClr val="FBAE40"/>
          </p15:clr>
        </p15:guide>
        <p15:guide id="8" pos="2757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s（Chapter title）(mov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テキスト プレースホルダー 7">
            <a:extLst>
              <a:ext uri="{FF2B5EF4-FFF2-40B4-BE49-F238E27FC236}">
                <a16:creationId xmlns:a16="http://schemas.microsoft.com/office/drawing/2014/main" id="{034D4F6B-6CEC-4C29-81E8-25B1D18FF3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000" y="1130400"/>
            <a:ext cx="5184975" cy="5322788"/>
          </a:xfrm>
          <a:prstGeom prst="callout1">
            <a:avLst>
              <a:gd name="adj1" fmla="val -9"/>
              <a:gd name="adj2" fmla="val -2794"/>
              <a:gd name="adj3" fmla="val 100026"/>
              <a:gd name="adj4" fmla="val -2814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Representative Projects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0F2535F3-6A98-46C1-8EA3-E8E51E4928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613" y="258763"/>
            <a:ext cx="9504362" cy="671292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144000" tIns="324000" rIns="0" bIns="36000">
            <a:spAutoFit/>
          </a:bodyPr>
          <a:lstStyle>
            <a:lvl1pPr marL="0" indent="0" rtl="0">
              <a:spcBef>
                <a:spcPts val="0"/>
              </a:spcBef>
              <a:buNone/>
              <a:defRPr sz="2000" b="1">
                <a:solidFill>
                  <a:srgbClr val="000F78"/>
                </a:solidFill>
              </a:defRPr>
            </a:lvl1pPr>
          </a:lstStyle>
          <a:p>
            <a:pPr lvl="0">
              <a:spcBef>
                <a:spcPct val="0"/>
              </a:spcBef>
            </a:pPr>
            <a:r>
              <a:rPr lang="en-IN" altLang="ja-JP" dirty="0"/>
              <a:t>Profiles (movable)</a:t>
            </a:r>
            <a:endParaRPr kumimoji="1" lang="en-IN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A09988-1295-4DB0-A3E1-C8E4F07EB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299052"/>
          </a:xfrm>
          <a:noFill/>
        </p:spPr>
        <p:txBody>
          <a:bodyPr vert="horz" tIns="46800" anchor="b">
            <a:spAutoFit/>
          </a:bodyPr>
          <a:lstStyle>
            <a:lvl1pPr rtl="0">
              <a:defRPr sz="1400"/>
            </a:lvl1pPr>
          </a:lstStyle>
          <a:p>
            <a:r>
              <a:rPr kumimoji="1" lang="en-IN" altLang="ja-JP" dirty="0"/>
              <a:t>Chapter title / slide title: Yu Gothic UI 14pt + Bold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9A111FAC-D2F7-4332-B519-0658A2E427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025" y="1130400"/>
            <a:ext cx="3960813" cy="2132012"/>
          </a:xfrm>
          <a:prstGeom prst="callout1">
            <a:avLst>
              <a:gd name="adj1" fmla="val 107814"/>
              <a:gd name="adj2" fmla="val 1917"/>
              <a:gd name="adj3" fmla="val 107785"/>
              <a:gd name="adj4" fmla="val 100027"/>
            </a:avLst>
          </a:prstGeom>
          <a:ln w="3175">
            <a:solidFill>
              <a:srgbClr val="000F78"/>
            </a:solidFill>
          </a:ln>
        </p:spPr>
        <p:txBody>
          <a:bodyPr tIns="0" rIns="0"/>
          <a:lstStyle>
            <a:lvl1pPr rtl="0" fontAlgn="ctr">
              <a:tabLst>
                <a:tab pos="1077913" algn="l"/>
              </a:tabLst>
              <a:defRPr sz="1200"/>
            </a:lvl1pPr>
            <a:lvl2pPr marL="356400" indent="-176400" rtl="0" fontAlgn="ctr">
              <a:defRPr sz="900"/>
            </a:lvl2pPr>
            <a:lvl3pPr marL="506413" indent="-117475">
              <a:spcBef>
                <a:spcPts val="504"/>
              </a:spcBef>
              <a:defRPr sz="900"/>
            </a:lvl3pPr>
            <a:lvl4pPr marL="0" indent="0" rtl="0" fontAlgn="ctr">
              <a:buNone/>
              <a:defRPr sz="1600" b="1">
                <a:solidFill>
                  <a:srgbClr val="000F78"/>
                </a:solidFill>
              </a:defRPr>
            </a:lvl4pPr>
          </a:lstStyle>
          <a:p>
            <a:pPr lvl="3"/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Background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  <p:sp>
        <p:nvSpPr>
          <p:cNvPr id="18" name="テキスト プレースホルダー 7">
            <a:extLst>
              <a:ext uri="{FF2B5EF4-FFF2-40B4-BE49-F238E27FC236}">
                <a16:creationId xmlns:a16="http://schemas.microsoft.com/office/drawing/2014/main" id="{6C825091-77AF-4B6D-8F27-2338768ACC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025" y="3592800"/>
            <a:ext cx="3960813" cy="2860388"/>
          </a:xfrm>
        </p:spPr>
        <p:txBody>
          <a:bodyPr tIns="0" rIns="0"/>
          <a:lstStyle>
            <a:lvl1pPr rtl="0" fontAlgn="ctr">
              <a:defRPr sz="1200"/>
            </a:lvl1pPr>
            <a:lvl2pPr marL="356400" indent="-176400" rtl="0" fontAlgn="ctr">
              <a:defRPr sz="900"/>
            </a:lvl2pPr>
            <a:lvl3pPr marL="388938" indent="0">
              <a:spcBef>
                <a:spcPts val="504"/>
              </a:spcBef>
              <a:buNone/>
              <a:defRPr sz="900"/>
            </a:lvl3pPr>
            <a:lvl4pPr marL="0" marR="0" indent="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 sz="1600" b="1">
                <a:solidFill>
                  <a:srgbClr val="000F78"/>
                </a:solidFill>
              </a:defRPr>
            </a:lvl4pPr>
          </a:lstStyle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rgbClr val="000F78"/>
              </a:buClr>
              <a:buSzTx/>
              <a:buFont typeface="Yu Gothic UI" panose="020B0500000000000000" pitchFamily="50" charset="-128"/>
              <a:buNone/>
              <a:tabLst/>
              <a:defRPr/>
            </a:pPr>
            <a:r>
              <a:rPr lang="en-IN" altLang="ja-JP" sz="1600" b="1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Expertise</a:t>
            </a:r>
          </a:p>
          <a:p>
            <a:pPr lvl="0"/>
            <a:r>
              <a:rPr kumimoji="1" lang="en-IN" altLang="ja-JP" dirty="0"/>
              <a:t>Body text (12pt)</a:t>
            </a:r>
          </a:p>
          <a:p>
            <a:pPr lvl="1"/>
            <a:endParaRPr kumimoji="1" lang="en-IN" altLang="ja-JP" dirty="0"/>
          </a:p>
        </p:txBody>
      </p:sp>
    </p:spTree>
    <p:extLst>
      <p:ext uri="{BB962C8B-B14F-4D97-AF65-F5344CB8AC3E}">
        <p14:creationId xmlns:p14="http://schemas.microsoft.com/office/powerpoint/2010/main" val="3110127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06537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3B3A293-16F5-5AAE-0E63-05A801985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164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hapter title＋two lin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54" imgH="551" progId="TCLayout.ActiveDocument.1">
                  <p:embed/>
                </p:oleObj>
              </mc:Choice>
              <mc:Fallback>
                <p:oleObj name="think-cell Slide" r:id="rId4" imgW="554" imgH="551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  <a:sym typeface="Yu Gothic UI" panose="020B0500000000000000" pitchFamily="50" charset="-128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D0203BCC-19FC-5B4A-93BF-A71050BFB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1975" y="259200"/>
            <a:ext cx="9504000" cy="979069"/>
          </a:xfr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144000" tIns="324000" rIns="0" bIns="36000" rtlCol="0" anchor="t" anchorCtr="0">
            <a:spAutoFit/>
          </a:bodyPr>
          <a:lstStyle>
            <a:lvl1pPr marL="0" indent="0" fontAlgn="ctr">
              <a:spcBef>
                <a:spcPct val="0"/>
              </a:spcBef>
              <a:buNone/>
              <a:defRPr lang="ja-JP" altLang="en-US" sz="2000" b="1" i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1pPr>
          </a:lstStyle>
          <a:p>
            <a:r>
              <a:rPr lang="en-US" altLang="ja-JP"/>
              <a:t>Use this layout if the title is of two lines. </a:t>
            </a:r>
          </a:p>
          <a:p>
            <a:r>
              <a:rPr lang="en-US" altLang="ja-JP"/>
              <a:t>Yu Gothic UI 20pt</a:t>
            </a:r>
            <a:r>
              <a:rPr lang="ja-JP" altLang="en-US"/>
              <a:t>＋</a:t>
            </a:r>
            <a:r>
              <a:rPr lang="en-US" altLang="ja-JP"/>
              <a:t>Bold</a:t>
            </a:r>
            <a:endParaRPr lang="ja-JP" alt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754CBF31-B862-1841-BB17-2F937916D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975" y="248148"/>
            <a:ext cx="9504000" cy="299052"/>
          </a:xfrm>
          <a:noFill/>
        </p:spPr>
        <p:txBody>
          <a:bodyPr tIns="46800" bIns="36000" anchor="b" anchorCtr="0"/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US" altLang="ja-JP"/>
              <a:t>Chapter title / slide title: Yu Gothic UI 14pt</a:t>
            </a:r>
            <a:r>
              <a:rPr lang="ja-JP" altLang="en-US"/>
              <a:t> </a:t>
            </a:r>
            <a:r>
              <a:rPr lang="en-US" altLang="ja-JP"/>
              <a:t>+ Bold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36422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デジタ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図 3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00" y="0"/>
            <a:ext cx="2974848" cy="6858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1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42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</p:grp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7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18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</p:spTree>
    <p:extLst>
      <p:ext uri="{BB962C8B-B14F-4D97-AF65-F5344CB8AC3E}">
        <p14:creationId xmlns:p14="http://schemas.microsoft.com/office/powerpoint/2010/main" val="3749560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図 4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516" y="0"/>
            <a:ext cx="2963484" cy="6858000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53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54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215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創発する社会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図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00" y="0"/>
            <a:ext cx="2968752" cy="6858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04D3937-B26B-B51B-B3B0-D5287C4390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895" y="5732623"/>
            <a:ext cx="2126488" cy="1102868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536CC259-2020-4EC3-B5BE-B978935AF5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19" name="Freeform 290">
              <a:extLst>
                <a:ext uri="{FF2B5EF4-FFF2-40B4-BE49-F238E27FC236}">
                  <a16:creationId xmlns:a16="http://schemas.microsoft.com/office/drawing/2014/main" id="{B36ABA08-4E13-467F-AD78-99ED871D28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20" name="Freeform 291">
              <a:extLst>
                <a:ext uri="{FF2B5EF4-FFF2-40B4-BE49-F238E27FC236}">
                  <a16:creationId xmlns:a16="http://schemas.microsoft.com/office/drawing/2014/main" id="{46B5DD99-F17B-4AA2-8492-07920C2264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492767" y="2988000"/>
            <a:ext cx="6332400" cy="442035"/>
          </a:xfrm>
          <a:prstGeom prst="rect">
            <a:avLst/>
          </a:prstGeom>
          <a:noFill/>
        </p:spPr>
        <p:txBody>
          <a:bodyPr lIns="0" anchor="b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2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9" y="5436000"/>
            <a:ext cx="6332400" cy="252000"/>
          </a:xfr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23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5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24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5" y="4017600"/>
            <a:ext cx="6332400" cy="342000"/>
          </a:xfr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90" y="686669"/>
            <a:ext cx="6332400" cy="365357"/>
          </a:xfrm>
        </p:spPr>
        <p:txBody>
          <a:bodyPr lIns="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186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表紙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766" y="2988000"/>
            <a:ext cx="8924284" cy="442035"/>
          </a:xfrm>
          <a:prstGeom prst="rect">
            <a:avLst/>
          </a:prstGeom>
          <a:noFill/>
        </p:spPr>
        <p:txBody>
          <a:bodyPr lIns="0" tIns="36000" rIns="0" bIns="36000" anchor="b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8" y="687600"/>
            <a:ext cx="8924662" cy="365357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8" y="5436000"/>
            <a:ext cx="6332400" cy="252000"/>
          </a:xfrm>
        </p:spPr>
        <p:txBody>
          <a:bodyPr lIns="0" tIns="46800" rIns="90000" bIns="4680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16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4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4" y="4017600"/>
            <a:ext cx="6332400" cy="342000"/>
          </a:xfrm>
        </p:spPr>
        <p:txBody>
          <a:bodyPr lIns="0" tIns="46800" rIns="90000" bIns="4680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35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36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37" name="図 36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46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+サブ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2387" y="408363"/>
            <a:ext cx="8924663" cy="365357"/>
          </a:xfrm>
        </p:spPr>
        <p:txBody>
          <a:bodyPr lIns="0" tIns="46800" rIns="90000" bIns="46800" anchor="ctr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8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  <a:lvl2pPr marL="495285" indent="0" algn="ctr">
              <a:buNone/>
              <a:defRPr sz="1734"/>
            </a:lvl2pPr>
            <a:lvl3pPr marL="990570" indent="0" algn="ctr">
              <a:buNone/>
              <a:defRPr sz="1560"/>
            </a:lvl3pPr>
            <a:lvl4pPr marL="1485854" indent="0" algn="ctr">
              <a:buNone/>
              <a:defRPr sz="1386"/>
            </a:lvl4pPr>
            <a:lvl5pPr marL="1981139" indent="0" algn="ctr">
              <a:buNone/>
              <a:defRPr sz="1386"/>
            </a:lvl5pPr>
            <a:lvl6pPr marL="2476424" indent="0" algn="ctr">
              <a:buNone/>
              <a:defRPr sz="1386"/>
            </a:lvl6pPr>
            <a:lvl7pPr marL="2971709" indent="0" algn="ctr">
              <a:buNone/>
              <a:defRPr sz="1386"/>
            </a:lvl7pPr>
            <a:lvl8pPr marL="3466993" indent="0" algn="ctr">
              <a:buNone/>
              <a:defRPr sz="1386"/>
            </a:lvl8pPr>
            <a:lvl9pPr marL="3962278" indent="0" algn="ctr">
              <a:buNone/>
              <a:defRPr sz="1386"/>
            </a:lvl9pPr>
          </a:lstStyle>
          <a:p>
            <a:r>
              <a:rPr lang="ja-JP" altLang="en-US" dirty="0"/>
              <a:t>資料名など</a:t>
            </a:r>
            <a:endParaRPr 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877E83-27AD-F84F-8D0E-74403068D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4" y="1189666"/>
            <a:ext cx="8924285" cy="349702"/>
          </a:xfrm>
        </p:spPr>
        <p:txBody>
          <a:bodyPr lIns="0" tIns="36000" rIns="0" bIns="36000" anchor="ctr">
            <a:spAutoFit/>
          </a:bodyPr>
          <a:lstStyle>
            <a:lvl1pPr marL="0" indent="0">
              <a:spcBef>
                <a:spcPts val="0"/>
              </a:spcBef>
              <a:buNone/>
              <a:defRPr sz="1440" b="1" i="0" baseline="0">
                <a:solidFill>
                  <a:srgbClr val="000F78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サブタイトル</a:t>
            </a:r>
          </a:p>
        </p:txBody>
      </p:sp>
      <p:sp>
        <p:nvSpPr>
          <p:cNvPr id="41" name="Title 1"/>
          <p:cNvSpPr>
            <a:spLocks noGrp="1"/>
          </p:cNvSpPr>
          <p:nvPr>
            <p:ph type="ctrTitle"/>
          </p:nvPr>
        </p:nvSpPr>
        <p:spPr>
          <a:xfrm>
            <a:off x="492766" y="2988000"/>
            <a:ext cx="8924284" cy="442035"/>
          </a:xfrm>
          <a:prstGeom prst="rect">
            <a:avLst/>
          </a:prstGeom>
          <a:noFill/>
        </p:spPr>
        <p:txBody>
          <a:bodyPr lIns="0" tIns="36000" rIns="0" bIns="36000" anchor="b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920" b="1" i="0" baseline="0">
                <a:latin typeface="+mn-ea"/>
                <a:ea typeface="+mn-ea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2" name="テキスト プレースホルダー 14">
            <a:extLst>
              <a:ext uri="{FF2B5EF4-FFF2-40B4-BE49-F238E27FC236}">
                <a16:creationId xmlns:a16="http://schemas.microsoft.com/office/drawing/2014/main" id="{FDC760E3-9F01-AD4C-BCF9-E22AE02BF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2388" y="5436000"/>
            <a:ext cx="6332400" cy="252000"/>
          </a:xfrm>
        </p:spPr>
        <p:txBody>
          <a:bodyPr lIns="0" tIns="46800" rIns="90000" bIns="46800" anchor="ctr">
            <a:noAutofit/>
          </a:bodyPr>
          <a:lstStyle>
            <a:lvl1pPr marL="0" indent="0"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43" name="テキスト プレースホルダー 14">
            <a:extLst>
              <a:ext uri="{FF2B5EF4-FFF2-40B4-BE49-F238E27FC236}">
                <a16:creationId xmlns:a16="http://schemas.microsoft.com/office/drawing/2014/main" id="{863F2344-476F-5942-A8C9-BC88457AB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2764" y="4492800"/>
            <a:ext cx="6332400" cy="7668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960" b="1" baseline="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sp>
        <p:nvSpPr>
          <p:cNvPr id="44" name="テキスト プレースホルダー 4">
            <a:extLst>
              <a:ext uri="{FF2B5EF4-FFF2-40B4-BE49-F238E27FC236}">
                <a16:creationId xmlns:a16="http://schemas.microsoft.com/office/drawing/2014/main" id="{E2E88B4C-DA79-CC41-98E9-9182634B03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2764" y="4017600"/>
            <a:ext cx="6332400" cy="342000"/>
          </a:xfrm>
        </p:spPr>
        <p:txBody>
          <a:bodyPr lIns="0" tIns="46800" rIns="90000" bIns="46800"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80" b="1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名前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96019AEE-C75E-58C4-3755-74C3744585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2766" y="6091218"/>
            <a:ext cx="766800" cy="385678"/>
            <a:chOff x="200472" y="6597352"/>
            <a:chExt cx="355987" cy="179051"/>
          </a:xfrm>
        </p:grpSpPr>
        <p:sp>
          <p:nvSpPr>
            <p:cNvPr id="46" name="Freeform 290">
              <a:extLst>
                <a:ext uri="{FF2B5EF4-FFF2-40B4-BE49-F238E27FC236}">
                  <a16:creationId xmlns:a16="http://schemas.microsoft.com/office/drawing/2014/main" id="{738AF6F3-879D-C5B8-78FF-EB2E7339064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47" name="Freeform 291">
              <a:extLst>
                <a:ext uri="{FF2B5EF4-FFF2-40B4-BE49-F238E27FC236}">
                  <a16:creationId xmlns:a16="http://schemas.microsoft.com/office/drawing/2014/main" id="{4481E48F-6ED2-60E7-39DB-1F66CDA299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  <p:pic>
        <p:nvPicPr>
          <p:cNvPr id="48" name="図 47">
            <a:extLst>
              <a:ext uri="{FF2B5EF4-FFF2-40B4-BE49-F238E27FC236}">
                <a16:creationId xmlns:a16="http://schemas.microsoft.com/office/drawing/2014/main" id="{317FFA85-1511-1D6B-9342-69DE6F51FD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80" y="5732623"/>
            <a:ext cx="2126488" cy="110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21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2427" y="1120654"/>
            <a:ext cx="6901149" cy="5137200"/>
          </a:xfrm>
        </p:spPr>
        <p:txBody>
          <a:bodyPr>
            <a:noAutofit/>
          </a:bodyPr>
          <a:lstStyle>
            <a:lvl1pPr marL="342900" indent="-342900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6454775" algn="r"/>
                <a:tab pos="6726238" algn="r"/>
                <a:tab pos="6907213" algn="r"/>
              </a:tabLst>
              <a:defRPr sz="128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6454775" algn="r"/>
                <a:tab pos="6726238" algn="r"/>
                <a:tab pos="6907213" algn="r"/>
              </a:tabLst>
              <a:defRPr kumimoji="1" lang="en-US" altLang="ja-JP" sz="112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204379D-C656-4DFC-9A29-E952D48D0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6050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7">
          <p15:clr>
            <a:srgbClr val="FBAE40"/>
          </p15:clr>
        </p15:guide>
        <p15:guide id="2" pos="943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多/二段組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496" y="1120654"/>
            <a:ext cx="9073012" cy="5137200"/>
          </a:xfrm>
        </p:spPr>
        <p:txBody>
          <a:bodyPr rIns="0" numCol="2" spcCol="360000">
            <a:noAutofit/>
          </a:bodyPr>
          <a:lstStyle>
            <a:lvl1pPr marL="271463" indent="-271463" algn="l">
              <a:lnSpc>
                <a:spcPct val="110000"/>
              </a:lnSpc>
              <a:spcBef>
                <a:spcPts val="600"/>
              </a:spcBef>
              <a:buClr>
                <a:srgbClr val="000F78"/>
              </a:buClr>
              <a:buFont typeface="+mj-lt"/>
              <a:buAutoNum type="arabicPeriod"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sz="1120" b="0">
                <a:latin typeface="+mn-ea"/>
                <a:ea typeface="+mn-ea"/>
              </a:defRPr>
            </a:lvl1pPr>
            <a:lvl2pPr marL="517525" indent="0" algn="l">
              <a:spcBef>
                <a:spcPts val="0"/>
              </a:spcBef>
              <a:spcAft>
                <a:spcPts val="300"/>
              </a:spcAft>
              <a:buFont typeface="+mj-lt"/>
              <a:buNone/>
              <a:tabLst>
                <a:tab pos="3946525" algn="r"/>
                <a:tab pos="4219575" algn="r"/>
                <a:tab pos="4391025" algn="r"/>
                <a:tab pos="4486275" algn="r"/>
                <a:tab pos="6461125" algn="r"/>
                <a:tab pos="6815138" algn="r"/>
              </a:tabLst>
              <a:defRPr kumimoji="1" lang="en-US" altLang="ja-JP" sz="96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4725" indent="-17145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946525" algn="r"/>
                <a:tab pos="4219575" algn="r"/>
                <a:tab pos="4391025" algn="r"/>
              </a:tabLst>
              <a:defRPr sz="960">
                <a:latin typeface="+mn-ea"/>
                <a:ea typeface="+mn-ea"/>
              </a:defRPr>
            </a:lvl3pPr>
            <a:lvl4pPr marL="1027113" indent="0"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295400" indent="0">
              <a:buFont typeface="システムフォント"/>
              <a:buNone/>
              <a:tabLst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28C50A7-B2DD-41D0-8891-C4838ACDA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目次タイトルを入力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95148249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D6ED402-EDA3-6FE1-ADA1-817DD97B37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1283" y="0"/>
            <a:ext cx="9704717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6C67CC5-5ED1-405E-80A7-6ACF6F8F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3060000"/>
            <a:ext cx="8640000" cy="504000"/>
          </a:xfrm>
          <a:prstGeom prst="rect">
            <a:avLst/>
          </a:prstGeom>
          <a:noFill/>
        </p:spPr>
        <p:txBody>
          <a:bodyPr vert="horz" wrap="square" lIns="0" tIns="0" rIns="0" bIns="144000" rtlCol="0" anchor="b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tabLst>
                <a:tab pos="90488" algn="l"/>
              </a:tabLst>
              <a:defRPr lang="ja-JP" altLang="en-US" sz="1920" baseline="0">
                <a:solidFill>
                  <a:srgbClr val="000F78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ja-JP" altLang="en-US"/>
              <a:t>マスター 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18062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697E7-3F46-4BBA-A911-DBD857A6F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3975522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9C78DF-9F4E-428F-8949-4660E432C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025" y="835200"/>
            <a:ext cx="9504000" cy="561657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E5B7E22-4349-4043-8C35-8AA7558D3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1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</p:spTree>
    <p:extLst>
      <p:ext uri="{BB962C8B-B14F-4D97-AF65-F5344CB8AC3E}">
        <p14:creationId xmlns:p14="http://schemas.microsoft.com/office/powerpoint/2010/main" val="1382361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527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tIns="324000">
            <a:spAutoFit/>
          </a:bodyPr>
          <a:lstStyle>
            <a:lvl1pPr fontAlgn="ctr">
              <a:defRPr baseline="0">
                <a:latin typeface="+mn-ea"/>
                <a:ea typeface="+mn-ea"/>
              </a:defRPr>
            </a:lvl1pPr>
          </a:lstStyle>
          <a:p>
            <a:r>
              <a:rPr lang="en-US" altLang="ja-JP" dirty="0"/>
              <a:t>1</a:t>
            </a:r>
            <a:r>
              <a:rPr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章タイトル</a:t>
            </a:r>
            <a:r>
              <a:rPr kumimoji="1" lang="en-US" altLang="ja-JP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/</a:t>
            </a:r>
            <a:r>
              <a:rPr kumimoji="1" lang="ja-JP" altLang="en-US" sz="140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rPr>
              <a:t>スライドタイトルを入力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608790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1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673200"/>
          </a:xfrm>
        </p:spPr>
        <p:txBody>
          <a:bodyPr tIns="324000">
            <a:spAutoFit/>
          </a:bodyPr>
          <a:lstStyle>
            <a:lvl1pPr fontAlgn="ctr">
              <a:defRPr>
                <a:latin typeface="+mn-ea"/>
                <a:ea typeface="+mn-ea"/>
              </a:defRPr>
            </a:lvl1pPr>
          </a:lstStyle>
          <a:p>
            <a:r>
              <a:rPr lang="en-US" altLang="ja-JP" dirty="0"/>
              <a:t>1</a:t>
            </a:r>
            <a:r>
              <a:rPr lang="ja-JP" altLang="en-US" dirty="0"/>
              <a:t>行レイアウト 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124744"/>
            <a:ext cx="9502775" cy="532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9250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 baseline="0">
                <a:latin typeface="+mn-ea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19216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＋2行タイトル+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1060F-FC44-4428-9038-E62F229031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000" y="259200"/>
            <a:ext cx="9504000" cy="979200"/>
          </a:xfrm>
        </p:spPr>
        <p:txBody>
          <a:bodyPr tIns="324000">
            <a:spAutoFit/>
          </a:bodyPr>
          <a:lstStyle>
            <a:lvl1pPr fontAlgn="ctr">
              <a:spcBef>
                <a:spcPct val="0"/>
              </a:spcBef>
              <a:defRPr>
                <a:latin typeface="+mn-ea"/>
                <a:ea typeface="+mn-ea"/>
              </a:defRPr>
            </a:lvl1pPr>
          </a:lstStyle>
          <a:p>
            <a:pPr lvl="0">
              <a:spcBef>
                <a:spcPct val="0"/>
              </a:spcBef>
            </a:pPr>
            <a:r>
              <a:rPr kumimoji="1" lang="en-US" altLang="ja-JP" dirty="0"/>
              <a:t>2</a:t>
            </a:r>
            <a:r>
              <a:rPr kumimoji="1" lang="ja-JP" altLang="en-US" dirty="0"/>
              <a:t>行レイアウト タイトル</a:t>
            </a:r>
            <a:r>
              <a:rPr lang="en-US" altLang="ja-JP" dirty="0"/>
              <a:t>/</a:t>
            </a:r>
            <a:br>
              <a:rPr lang="en-US" altLang="ja-JP" dirty="0"/>
            </a:b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D8A45075-8F77-4535-9426-4755326A6E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1000" y="1485336"/>
            <a:ext cx="9502775" cy="4968000"/>
          </a:xfrm>
        </p:spPr>
        <p:txBody>
          <a:bodyPr/>
          <a:lstStyle>
            <a:lvl1pPr fontAlgn="ctr">
              <a:defRPr>
                <a:latin typeface="+mn-ea"/>
                <a:ea typeface="+mn-ea"/>
              </a:defRPr>
            </a:lvl1pPr>
            <a:lvl2pPr fontAlgn="ctr">
              <a:defRPr>
                <a:latin typeface="+mn-ea"/>
                <a:ea typeface="+mn-ea"/>
              </a:defRPr>
            </a:lvl2pPr>
            <a:lvl3pPr fontAlgn="ctr">
              <a:defRPr>
                <a:latin typeface="+mn-ea"/>
                <a:ea typeface="+mn-ea"/>
              </a:defRPr>
            </a:lvl3pPr>
            <a:lvl4pPr fontAlgn="ctr">
              <a:defRPr>
                <a:latin typeface="+mn-ea"/>
                <a:ea typeface="+mn-ea"/>
              </a:defRPr>
            </a:lvl4pPr>
            <a:lvl5pPr fontAlgn="ctr"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DED51E40-D439-4365-8632-E8A6FA653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2554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経歴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D26883-9F47-4771-B812-9FFEC4043CA7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主要プロジェクト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692F409-148C-4ECA-8461-74E337BDD83A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1D5F7FB-D5C9-442A-A715-816C7DB310A8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DC8E470-EBB0-4A37-855C-C3912B29471A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4521000" y="1412776"/>
            <a:ext cx="5184000" cy="504000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3978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1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6DC105-3612-45FB-8BFC-2C6F9403A975}"/>
              </a:ext>
            </a:extLst>
          </p:cNvPr>
          <p:cNvSpPr txBox="1"/>
          <p:nvPr userDrawn="1"/>
        </p:nvSpPr>
        <p:spPr>
          <a:xfrm>
            <a:off x="4521000" y="1131885"/>
            <a:ext cx="1407646" cy="280587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主要プロジェクト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CA3323B-AF9B-4AF1-BE27-65FB15FB99A4}"/>
              </a:ext>
            </a:extLst>
          </p:cNvPr>
          <p:cNvCxnSpPr>
            <a:cxnSpLocks/>
          </p:cNvCxnSpPr>
          <p:nvPr userDrawn="1"/>
        </p:nvCxnSpPr>
        <p:spPr>
          <a:xfrm>
            <a:off x="4376936" y="1125187"/>
            <a:ext cx="0" cy="532800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EA90D61-2335-40F0-A9AF-1BFBC8DDDD46}"/>
              </a:ext>
            </a:extLst>
          </p:cNvPr>
          <p:cNvSpPr txBox="1"/>
          <p:nvPr userDrawn="1"/>
        </p:nvSpPr>
        <p:spPr>
          <a:xfrm>
            <a:off x="200472" y="3594302"/>
            <a:ext cx="572593" cy="26674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専門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183AE00-A38E-4339-B2DE-ADC882984879}"/>
              </a:ext>
            </a:extLst>
          </p:cNvPr>
          <p:cNvCxnSpPr>
            <a:cxnSpLocks/>
          </p:cNvCxnSpPr>
          <p:nvPr userDrawn="1"/>
        </p:nvCxnSpPr>
        <p:spPr>
          <a:xfrm>
            <a:off x="272480" y="3429000"/>
            <a:ext cx="3887546" cy="0"/>
          </a:xfrm>
          <a:prstGeom prst="line">
            <a:avLst/>
          </a:prstGeom>
          <a:ln w="3175">
            <a:solidFill>
              <a:srgbClr val="000F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 20"/>
          <p:cNvSpPr>
            <a:spLocks noGrp="1"/>
          </p:cNvSpPr>
          <p:nvPr>
            <p:ph type="body" sz="quarter" idx="14"/>
          </p:nvPr>
        </p:nvSpPr>
        <p:spPr>
          <a:xfrm>
            <a:off x="200026" y="1412776"/>
            <a:ext cx="3960000" cy="1872208"/>
          </a:xfrm>
          <a:prstGeom prst="rect">
            <a:avLst/>
          </a:prstGeom>
        </p:spPr>
        <p:txBody>
          <a:bodyPr lIns="90000"/>
          <a:lstStyle>
            <a:lvl1pPr marL="187200" indent="-187200" fontAlgn="ctr"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EAAFBC8-E7D9-4A89-B3EF-E866F293A9A1}"/>
              </a:ext>
            </a:extLst>
          </p:cNvPr>
          <p:cNvSpPr txBox="1"/>
          <p:nvPr userDrawn="1"/>
        </p:nvSpPr>
        <p:spPr>
          <a:xfrm>
            <a:off x="200026" y="1131885"/>
            <a:ext cx="630434" cy="279756"/>
          </a:xfrm>
          <a:prstGeom prst="rect">
            <a:avLst/>
          </a:prstGeom>
          <a:noFill/>
        </p:spPr>
        <p:txBody>
          <a:bodyPr wrap="none" lIns="90000" tIns="0" rIns="90000" bIns="0" rtlCol="0">
            <a:no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経歴</a:t>
            </a:r>
          </a:p>
        </p:txBody>
      </p:sp>
      <p:sp>
        <p:nvSpPr>
          <p:cNvPr id="13" name="テキスト プレースホルダ 20"/>
          <p:cNvSpPr>
            <a:spLocks noGrp="1"/>
          </p:cNvSpPr>
          <p:nvPr>
            <p:ph type="body" sz="quarter" idx="15"/>
          </p:nvPr>
        </p:nvSpPr>
        <p:spPr>
          <a:xfrm>
            <a:off x="200026" y="3861048"/>
            <a:ext cx="3960000" cy="259214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テキスト プレースホルダ 20"/>
          <p:cNvSpPr>
            <a:spLocks noGrp="1"/>
          </p:cNvSpPr>
          <p:nvPr>
            <p:ph type="body" sz="quarter" idx="21"/>
          </p:nvPr>
        </p:nvSpPr>
        <p:spPr>
          <a:xfrm>
            <a:off x="4521000" y="1412776"/>
            <a:ext cx="5184000" cy="5040000"/>
          </a:xfrm>
          <a:prstGeom prst="rect">
            <a:avLst/>
          </a:prstGeom>
        </p:spPr>
        <p:txBody>
          <a:bodyPr lIns="90000" rIns="90000"/>
          <a:lstStyle>
            <a:lvl1pPr marL="187200" indent="-187200" fontAlgn="ctr">
              <a:defRPr sz="960">
                <a:latin typeface="+mn-ea"/>
                <a:ea typeface="+mn-ea"/>
              </a:defRPr>
            </a:lvl1pPr>
            <a:lvl2pPr marL="357188" indent="-177800" fontAlgn="ctr">
              <a:defRPr sz="720">
                <a:latin typeface="+mn-ea"/>
                <a:ea typeface="+mn-ea"/>
              </a:defRPr>
            </a:lvl2pPr>
            <a:lvl3pPr marL="507600" indent="-118800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>
              <a:defRPr sz="960"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8548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 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FBE7747-457A-47B4-8D78-525F1838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</p:spPr>
        <p:txBody>
          <a:bodyPr vert="horz" tIns="36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7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64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n-ea"/>
                <a:ea typeface="+mn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経歴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1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専門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indent="-187200" fontAlgn="ctr">
              <a:spcBef>
                <a:spcPts val="576"/>
              </a:spcBef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主要プロジェクト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930116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プロフィール（章あり）移動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2">
            <a:extLst>
              <a:ext uri="{FF2B5EF4-FFF2-40B4-BE49-F238E27FC236}">
                <a16:creationId xmlns:a16="http://schemas.microsoft.com/office/drawing/2014/main" id="{54A96962-01C7-4CDE-BCC8-C65E26A9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71292"/>
          </a:xfrm>
        </p:spPr>
        <p:txBody>
          <a:bodyPr vert="horz" tIns="324000"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プレースホルダー 19">
            <a:extLst>
              <a:ext uri="{FF2B5EF4-FFF2-40B4-BE49-F238E27FC236}">
                <a16:creationId xmlns:a16="http://schemas.microsoft.com/office/drawing/2014/main" id="{2553E7DF-AEA8-49DF-9D59-F29EB73B89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259200"/>
            <a:ext cx="9504000" cy="288925"/>
          </a:xfrm>
        </p:spPr>
        <p:txBody>
          <a:bodyPr lIns="144000" rIns="0" bIns="36000" anchor="b" anchorCtr="0"/>
          <a:lstStyle>
            <a:lvl1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+mn-ea"/>
                <a:ea typeface="+mn-ea"/>
                <a:cs typeface="+mj-cs"/>
              </a:defRPr>
            </a:lvl1pPr>
            <a:lvl2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2pPr>
            <a:lvl3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3pPr>
            <a:lvl4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4pPr>
            <a:lvl5pPr mar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Clr>
                <a:srgbClr val="000F78"/>
              </a:buClr>
              <a:buFont typeface="Wingdings" panose="05000000000000000000" pitchFamily="2" charset="2"/>
              <a:buNone/>
              <a:defRPr kumimoji="1" lang="ja-JP" altLang="en-US" sz="1120" b="1" i="0" kern="12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j-cs"/>
              </a:defRPr>
            </a:lvl5pPr>
          </a:lstStyle>
          <a:p>
            <a:pPr marL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ja-JP" altLang="en-US" dirty="0"/>
              <a:t>章タイトル</a:t>
            </a:r>
            <a:r>
              <a:rPr lang="en-US" altLang="ja-JP" dirty="0"/>
              <a:t>/</a:t>
            </a:r>
            <a:r>
              <a:rPr lang="ja-JP" altLang="en-US" dirty="0"/>
              <a:t>スライドタイトル</a:t>
            </a:r>
            <a:r>
              <a:rPr kumimoji="1" lang="ja-JP" altLang="en-US" dirty="0"/>
              <a:t>を入力</a:t>
            </a:r>
            <a:endParaRPr kumimoji="1" lang="ja-JP" altLang="en-US" sz="1400" b="1" i="0" kern="1200" baseline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  <a:cs typeface="+mj-cs"/>
            </a:endParaRPr>
          </a:p>
        </p:txBody>
      </p:sp>
      <p:sp>
        <p:nvSpPr>
          <p:cNvPr id="12" name="テキスト プレースホルダ 20"/>
          <p:cNvSpPr>
            <a:spLocks noGrp="1"/>
          </p:cNvSpPr>
          <p:nvPr>
            <p:ph type="body" sz="quarter" idx="14" hasCustomPrompt="1"/>
          </p:nvPr>
        </p:nvSpPr>
        <p:spPr>
          <a:xfrm>
            <a:off x="201614" y="1130400"/>
            <a:ext cx="3960000" cy="2159446"/>
          </a:xfrm>
          <a:prstGeom prst="callout1">
            <a:avLst>
              <a:gd name="adj1" fmla="val 106472"/>
              <a:gd name="adj2" fmla="val 1730"/>
              <a:gd name="adj3" fmla="val 106411"/>
              <a:gd name="adj4" fmla="val 100056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marR="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n"/>
              <a:tabLst>
                <a:tab pos="1077913" algn="l"/>
              </a:tabLst>
              <a:defRPr sz="960">
                <a:latin typeface="+mn-ea"/>
                <a:ea typeface="+mn-ea"/>
              </a:defRPr>
            </a:lvl1pPr>
            <a:lvl2pPr marL="357188" indent="-176400" fontAlgn="ctr">
              <a:defRPr sz="720">
                <a:latin typeface="+mn-ea"/>
                <a:ea typeface="+mn-ea"/>
              </a:defRPr>
            </a:lvl2pPr>
            <a:lvl3pPr marL="507600" marR="0" indent="-118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Arial" panose="020B0604020202020204" pitchFamily="34" charset="0"/>
              <a:buChar char="•"/>
              <a:tabLst/>
              <a:defRPr sz="720">
                <a:latin typeface="+mn-ea"/>
                <a:ea typeface="+mn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経歴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5" name="テキスト プレースホルダ 20"/>
          <p:cNvSpPr>
            <a:spLocks noGrp="1"/>
          </p:cNvSpPr>
          <p:nvPr>
            <p:ph type="body" sz="quarter" idx="15" hasCustomPrompt="1"/>
          </p:nvPr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marR="0" indent="-177800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000F78"/>
              </a:buClr>
              <a:buSzTx/>
              <a:buFont typeface="Wingdings" panose="05000000000000000000" pitchFamily="2" charset="2"/>
              <a:buChar char="l"/>
              <a:tabLst/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専門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6" name="テキスト プレースホルダ 20"/>
          <p:cNvSpPr>
            <a:spLocks noGrp="1"/>
          </p:cNvSpPr>
          <p:nvPr>
            <p:ph type="body" sz="quarter" idx="16" hasCustomPrompt="1"/>
          </p:nvPr>
        </p:nvSpPr>
        <p:spPr>
          <a:xfrm>
            <a:off x="4521975" y="1130400"/>
            <a:ext cx="5184000" cy="5322788"/>
          </a:xfrm>
          <a:prstGeom prst="callout1">
            <a:avLst>
              <a:gd name="adj1" fmla="val -18"/>
              <a:gd name="adj2" fmla="val -2797"/>
              <a:gd name="adj3" fmla="val 100131"/>
              <a:gd name="adj4" fmla="val -2752"/>
            </a:avLst>
          </a:prstGeom>
          <a:ln w="3175">
            <a:solidFill>
              <a:srgbClr val="000F78"/>
            </a:solidFill>
          </a:ln>
        </p:spPr>
        <p:txBody>
          <a:bodyPr lIns="90000" tIns="0" rIns="90000" bIns="0"/>
          <a:lstStyle>
            <a:lvl1pPr marL="187200" indent="-187200" fontAlgn="ctr">
              <a:defRPr sz="96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357188" indent="-177800" fontAlgn="ctr">
              <a:defRPr sz="72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507600" indent="-118800" fontAlgn="ctr">
              <a:spcBef>
                <a:spcPts val="504"/>
              </a:spcBef>
              <a:buFont typeface="Arial" panose="020B0604020202020204" pitchFamily="34" charset="0"/>
              <a:buChar char="•"/>
              <a:defRPr sz="720">
                <a:latin typeface="+mj-ea"/>
                <a:ea typeface="+mj-ea"/>
              </a:defRPr>
            </a:lvl3pPr>
            <a:lvl4pPr marL="0" indent="0" fontAlgn="ctr">
              <a:spcBef>
                <a:spcPts val="216"/>
              </a:spcBef>
              <a:buNone/>
              <a:defRPr sz="1280" b="1">
                <a:solidFill>
                  <a:srgbClr val="000F78"/>
                </a:solidFill>
                <a:latin typeface="+mn-ea"/>
                <a:ea typeface="+mn-ea"/>
              </a:defRPr>
            </a:lvl4pPr>
            <a:lvl5pPr>
              <a:defRPr sz="960"/>
            </a:lvl5pPr>
          </a:lstStyle>
          <a:p>
            <a:pPr lvl="3"/>
            <a:r>
              <a:rPr kumimoji="1" lang="ja-JP" altLang="en-US" dirty="0"/>
              <a:t>主要プロジェクト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5819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6">
          <p15:clr>
            <a:srgbClr val="FBAE40"/>
          </p15:clr>
        </p15:guide>
        <p15:guide id="3" pos="2848">
          <p15:clr>
            <a:srgbClr val="FBAE40"/>
          </p15:clr>
        </p15:guide>
        <p15:guide id="4" pos="2621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pos="2757">
          <p15:clr>
            <a:srgbClr val="FBAE40"/>
          </p15:clr>
        </p15:guide>
        <p15:guide id="8" pos="172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748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26">
            <a:extLst>
              <a:ext uri="{FF2B5EF4-FFF2-40B4-BE49-F238E27FC236}">
                <a16:creationId xmlns:a16="http://schemas.microsoft.com/office/drawing/2014/main" id="{8579C954-6CF1-F280-36DD-2349B0D9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8840" y="1981200"/>
            <a:ext cx="560832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16164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541A88-D19A-D4C7-B866-6CEB1244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3436EC-EAFB-9103-DFA0-2FC70793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5705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image" Target="../media/image9.emf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image" Target="../media/image18.emf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tags" Target="../tags/tag26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tags" Target="../tags/tag25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theme" Target="../theme/theme3.xml"/><Relationship Id="rId27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90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34" Type="http://schemas.openxmlformats.org/officeDocument/2006/relationships/oleObject" Target="../embeddings/oleObject43.bin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9.xml"/><Relationship Id="rId33" Type="http://schemas.openxmlformats.org/officeDocument/2006/relationships/tags" Target="../tags/tag63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93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88.xml"/><Relationship Id="rId32" Type="http://schemas.openxmlformats.org/officeDocument/2006/relationships/theme" Target="../theme/theme4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2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95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4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72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8.xml"/><Relationship Id="rId18" Type="http://schemas.openxmlformats.org/officeDocument/2006/relationships/slideLayout" Target="../slideLayouts/slideLayout113.xml"/><Relationship Id="rId26" Type="http://schemas.openxmlformats.org/officeDocument/2006/relationships/slideLayout" Target="../slideLayouts/slideLayout121.xml"/><Relationship Id="rId39" Type="http://schemas.openxmlformats.org/officeDocument/2006/relationships/image" Target="../media/image18.emf"/><Relationship Id="rId21" Type="http://schemas.openxmlformats.org/officeDocument/2006/relationships/slideLayout" Target="../slideLayouts/slideLayout116.xml"/><Relationship Id="rId34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7.xml"/><Relationship Id="rId17" Type="http://schemas.openxmlformats.org/officeDocument/2006/relationships/slideLayout" Target="../slideLayouts/slideLayout112.xml"/><Relationship Id="rId25" Type="http://schemas.openxmlformats.org/officeDocument/2006/relationships/slideLayout" Target="../slideLayouts/slideLayout120.xml"/><Relationship Id="rId33" Type="http://schemas.openxmlformats.org/officeDocument/2006/relationships/slideLayout" Target="../slideLayouts/slideLayout128.xml"/><Relationship Id="rId38" Type="http://schemas.openxmlformats.org/officeDocument/2006/relationships/oleObject" Target="../embeddings/oleObject52.bin"/><Relationship Id="rId2" Type="http://schemas.openxmlformats.org/officeDocument/2006/relationships/slideLayout" Target="../slideLayouts/slideLayout97.xml"/><Relationship Id="rId16" Type="http://schemas.openxmlformats.org/officeDocument/2006/relationships/slideLayout" Target="../slideLayouts/slideLayout111.xml"/><Relationship Id="rId20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24" Type="http://schemas.openxmlformats.org/officeDocument/2006/relationships/slideLayout" Target="../slideLayouts/slideLayout119.xml"/><Relationship Id="rId32" Type="http://schemas.openxmlformats.org/officeDocument/2006/relationships/slideLayout" Target="../slideLayouts/slideLayout127.xml"/><Relationship Id="rId37" Type="http://schemas.openxmlformats.org/officeDocument/2006/relationships/tags" Target="../tags/tag79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10.xml"/><Relationship Id="rId23" Type="http://schemas.openxmlformats.org/officeDocument/2006/relationships/slideLayout" Target="../slideLayouts/slideLayout118.xml"/><Relationship Id="rId28" Type="http://schemas.openxmlformats.org/officeDocument/2006/relationships/slideLayout" Target="../slideLayouts/slideLayout123.xml"/><Relationship Id="rId36" Type="http://schemas.openxmlformats.org/officeDocument/2006/relationships/tags" Target="../tags/tag78.xml"/><Relationship Id="rId10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14.xml"/><Relationship Id="rId31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9.xml"/><Relationship Id="rId22" Type="http://schemas.openxmlformats.org/officeDocument/2006/relationships/slideLayout" Target="../slideLayouts/slideLayout117.xml"/><Relationship Id="rId27" Type="http://schemas.openxmlformats.org/officeDocument/2006/relationships/slideLayout" Target="../slideLayouts/slideLayout122.xml"/><Relationship Id="rId30" Type="http://schemas.openxmlformats.org/officeDocument/2006/relationships/slideLayout" Target="../slideLayouts/slideLayout125.xml"/><Relationship Id="rId35" Type="http://schemas.openxmlformats.org/officeDocument/2006/relationships/theme" Target="../theme/theme5.xml"/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7.xml"/><Relationship Id="rId26" Type="http://schemas.openxmlformats.org/officeDocument/2006/relationships/slideLayout" Target="../slideLayouts/slideLayout155.xml"/><Relationship Id="rId39" Type="http://schemas.openxmlformats.org/officeDocument/2006/relationships/tags" Target="../tags/tag135.xml"/><Relationship Id="rId21" Type="http://schemas.openxmlformats.org/officeDocument/2006/relationships/slideLayout" Target="../slideLayouts/slideLayout150.xml"/><Relationship Id="rId34" Type="http://schemas.openxmlformats.org/officeDocument/2006/relationships/slideLayout" Target="../slideLayouts/slideLayout163.xml"/><Relationship Id="rId42" Type="http://schemas.openxmlformats.org/officeDocument/2006/relationships/image" Target="../media/image18.emf"/><Relationship Id="rId7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9.xml"/><Relationship Id="rId29" Type="http://schemas.openxmlformats.org/officeDocument/2006/relationships/slideLayout" Target="../slideLayouts/slideLayout158.xml"/><Relationship Id="rId41" Type="http://schemas.openxmlformats.org/officeDocument/2006/relationships/oleObject" Target="../embeddings/oleObject81.bin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53.xml"/><Relationship Id="rId32" Type="http://schemas.openxmlformats.org/officeDocument/2006/relationships/slideLayout" Target="../slideLayouts/slideLayout161.xml"/><Relationship Id="rId37" Type="http://schemas.openxmlformats.org/officeDocument/2006/relationships/slideLayout" Target="../slideLayouts/slideLayout166.xml"/><Relationship Id="rId40" Type="http://schemas.openxmlformats.org/officeDocument/2006/relationships/tags" Target="../tags/tag136.xml"/><Relationship Id="rId5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44.xml"/><Relationship Id="rId23" Type="http://schemas.openxmlformats.org/officeDocument/2006/relationships/slideLayout" Target="../slideLayouts/slideLayout152.xml"/><Relationship Id="rId28" Type="http://schemas.openxmlformats.org/officeDocument/2006/relationships/slideLayout" Target="../slideLayouts/slideLayout157.xml"/><Relationship Id="rId36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39.xml"/><Relationship Id="rId19" Type="http://schemas.openxmlformats.org/officeDocument/2006/relationships/slideLayout" Target="../slideLayouts/slideLayout148.xml"/><Relationship Id="rId31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51.xml"/><Relationship Id="rId27" Type="http://schemas.openxmlformats.org/officeDocument/2006/relationships/slideLayout" Target="../slideLayouts/slideLayout156.xml"/><Relationship Id="rId30" Type="http://schemas.openxmlformats.org/officeDocument/2006/relationships/slideLayout" Target="../slideLayouts/slideLayout159.xml"/><Relationship Id="rId35" Type="http://schemas.openxmlformats.org/officeDocument/2006/relationships/slideLayout" Target="../slideLayouts/slideLayout164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6.xml"/><Relationship Id="rId25" Type="http://schemas.openxmlformats.org/officeDocument/2006/relationships/slideLayout" Target="../slideLayouts/slideLayout154.xml"/><Relationship Id="rId33" Type="http://schemas.openxmlformats.org/officeDocument/2006/relationships/slideLayout" Target="../slideLayouts/slideLayout162.xml"/><Relationship Id="rId38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9.xml"/><Relationship Id="rId18" Type="http://schemas.openxmlformats.org/officeDocument/2006/relationships/slideLayout" Target="../slideLayouts/slideLayout184.xml"/><Relationship Id="rId26" Type="http://schemas.openxmlformats.org/officeDocument/2006/relationships/oleObject" Target="../embeddings/oleObject111.bin"/><Relationship Id="rId3" Type="http://schemas.openxmlformats.org/officeDocument/2006/relationships/slideLayout" Target="../slideLayouts/slideLayout169.xml"/><Relationship Id="rId21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83.xml"/><Relationship Id="rId25" Type="http://schemas.openxmlformats.org/officeDocument/2006/relationships/tags" Target="../tags/tag195.xml"/><Relationship Id="rId2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24" Type="http://schemas.openxmlformats.org/officeDocument/2006/relationships/tags" Target="../tags/tag194.xml"/><Relationship Id="rId5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81.xml"/><Relationship Id="rId23" Type="http://schemas.openxmlformats.org/officeDocument/2006/relationships/theme" Target="../theme/theme7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76.xml"/><Relationship Id="rId19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80.xml"/><Relationship Id="rId22" Type="http://schemas.openxmlformats.org/officeDocument/2006/relationships/slideLayout" Target="../slideLayouts/slideLayout188.xml"/><Relationship Id="rId27" Type="http://schemas.openxmlformats.org/officeDocument/2006/relationships/image" Target="../media/image18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6.xml"/><Relationship Id="rId13" Type="http://schemas.openxmlformats.org/officeDocument/2006/relationships/slideLayout" Target="../slideLayouts/slideLayout201.xml"/><Relationship Id="rId18" Type="http://schemas.openxmlformats.org/officeDocument/2006/relationships/slideLayout" Target="../slideLayouts/slideLayout206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191.xml"/><Relationship Id="rId21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200.xml"/><Relationship Id="rId17" Type="http://schemas.openxmlformats.org/officeDocument/2006/relationships/slideLayout" Target="../slideLayouts/slideLayout205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90.xml"/><Relationship Id="rId16" Type="http://schemas.openxmlformats.org/officeDocument/2006/relationships/slideLayout" Target="../slideLayouts/slideLayout204.xml"/><Relationship Id="rId2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9.xml"/><Relationship Id="rId24" Type="http://schemas.openxmlformats.org/officeDocument/2006/relationships/oleObject" Target="../embeddings/oleObject132.bin"/><Relationship Id="rId5" Type="http://schemas.openxmlformats.org/officeDocument/2006/relationships/slideLayout" Target="../slideLayouts/slideLayout193.xml"/><Relationship Id="rId15" Type="http://schemas.openxmlformats.org/officeDocument/2006/relationships/slideLayout" Target="../slideLayouts/slideLayout203.xml"/><Relationship Id="rId23" Type="http://schemas.openxmlformats.org/officeDocument/2006/relationships/tags" Target="../tags/tag234.xml"/><Relationship Id="rId10" Type="http://schemas.openxmlformats.org/officeDocument/2006/relationships/slideLayout" Target="../slideLayouts/slideLayout198.xml"/><Relationship Id="rId19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202.xml"/><Relationship Id="rId2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3B707C7-EC7E-E2C4-C44A-1E2C2E195F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776374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353" imgH="318" progId="TCLayout.ActiveDocument.1">
                  <p:embed/>
                </p:oleObj>
              </mc:Choice>
              <mc:Fallback>
                <p:oleObj name="think-cell Slide" r:id="rId24" imgW="353" imgH="31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B707C7-EC7E-E2C4-C44A-1E2C2E195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26"/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 </a:t>
            </a:r>
            <a:r>
              <a:rPr kumimoji="1" lang="en-US" altLang="ja-JP" dirty="0"/>
              <a:t>6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algn="r"/>
            <a:fld id="{F461DCFA-917F-7743-ADC0-510F16953B30}" type="slidenum">
              <a:rPr kumimoji="1" lang="ja-JP" altLang="en-US" sz="1200" b="0" i="0" smtClean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/>
              <a:t>‹#›</a:t>
            </a:fld>
            <a:endParaRPr kumimoji="1" lang="ja-JP" altLang="en-US" sz="1200" b="0" i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algn="r"/>
            <a:r>
              <a:rPr kumimoji="1" lang="en-US" altLang="ja-JP" sz="800" b="0" i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Copyrigh</a:t>
            </a:r>
            <a:r>
              <a:rPr kumimoji="1" lang="en-US" altLang="ja-JP" sz="800" b="0" i="0" spc="-1000" baseline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</a:t>
            </a:r>
            <a:r>
              <a:rPr kumimoji="0" lang="ja-JP" altLang="en-US" sz="800" dirty="0">
                <a:solidFill>
                  <a:srgbClr val="001279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US" altLang="ja-JP" sz="800" dirty="0">
                <a:solidFill>
                  <a:srgbClr val="001279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US" sz="800" dirty="0">
                <a:solidFill>
                  <a:srgbClr val="001279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US" altLang="ja-JP" sz="800" b="0" i="0" dirty="0">
                <a:solidFill>
                  <a:srgbClr val="000F78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Nomura Research Institute, Ltd. All rights reserved.</a:t>
            </a:r>
            <a:endParaRPr kumimoji="1" lang="ja-JP" altLang="en-US" sz="800" b="0" i="0" dirty="0">
              <a:solidFill>
                <a:srgbClr val="000F78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981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747" r:id="rId2"/>
    <p:sldLayoutId id="2147483746" r:id="rId3"/>
    <p:sldLayoutId id="2147483750" r:id="rId4"/>
    <p:sldLayoutId id="2147483778" r:id="rId5"/>
    <p:sldLayoutId id="2147483740" r:id="rId6"/>
    <p:sldLayoutId id="2147483772" r:id="rId7"/>
    <p:sldLayoutId id="2147483721" r:id="rId8"/>
    <p:sldLayoutId id="2147483723" r:id="rId9"/>
    <p:sldLayoutId id="2147483854" r:id="rId10"/>
    <p:sldLayoutId id="2147483857" r:id="rId11"/>
    <p:sldLayoutId id="2147483856" r:id="rId12"/>
    <p:sldLayoutId id="2147483861" r:id="rId13"/>
    <p:sldLayoutId id="2147483860" r:id="rId14"/>
    <p:sldLayoutId id="2147483862" r:id="rId15"/>
    <p:sldLayoutId id="2147483852" r:id="rId16"/>
    <p:sldLayoutId id="2147483863" r:id="rId17"/>
    <p:sldLayoutId id="2147483864" r:id="rId18"/>
    <p:sldLayoutId id="2147483732" r:id="rId19"/>
    <p:sldLayoutId id="2147483733" r:id="rId20"/>
    <p:sldLayoutId id="2147483865" r:id="rId21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1600" b="1" i="0" kern="1200" baseline="0">
          <a:solidFill>
            <a:srgbClr val="000F78"/>
          </a:solidFill>
          <a:latin typeface="+mn-ea"/>
          <a:ea typeface="+mn-ea"/>
          <a:cs typeface="+mj-cs"/>
        </a:defRPr>
      </a:lvl1pPr>
    </p:titleStyle>
    <p:bodyStyle>
      <a:lvl1pPr marL="187200" indent="-187200" algn="l" defTabSz="914400" rtl="0" eaLnBrk="1" fontAlgn="ctr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anose="05000000000000000000" pitchFamily="2" charset="2"/>
        <a:buChar char="n"/>
        <a:defRPr kumimoji="1" sz="1280" kern="1200" baseline="0">
          <a:solidFill>
            <a:schemeClr val="tx1"/>
          </a:solidFill>
          <a:latin typeface="+mn-ea"/>
          <a:ea typeface="+mn-ea"/>
          <a:cs typeface="+mn-cs"/>
        </a:defRPr>
      </a:lvl1pPr>
      <a:lvl2pPr marL="609600" indent="-230188" algn="l" defTabSz="914400" rtl="0" eaLnBrk="1" fontAlgn="ctr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120" kern="1200">
          <a:solidFill>
            <a:schemeClr val="tx1"/>
          </a:solidFill>
          <a:latin typeface="+mn-ea"/>
          <a:ea typeface="+mn-ea"/>
          <a:cs typeface="+mn-cs"/>
        </a:defRPr>
      </a:lvl2pPr>
      <a:lvl3pPr marL="984250" indent="-196850" algn="l" defTabSz="914400" rtl="0" eaLnBrk="1" fontAlgn="ctr" latinLnBrk="0" hangingPunct="1">
        <a:lnSpc>
          <a:spcPct val="100000"/>
        </a:lnSpc>
        <a:spcBef>
          <a:spcPts val="2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1120" kern="1200">
          <a:solidFill>
            <a:schemeClr val="tx1"/>
          </a:solidFill>
          <a:latin typeface="+mn-ea"/>
          <a:ea typeface="+mn-ea"/>
          <a:cs typeface="+mn-cs"/>
        </a:defRPr>
      </a:lvl3pPr>
      <a:lvl4pPr marL="1355725" indent="-190500" algn="l" defTabSz="914400" rtl="0" eaLnBrk="1" fontAlgn="ctr" latinLnBrk="0" hangingPunct="1">
        <a:lnSpc>
          <a:spcPct val="100000"/>
        </a:lnSpc>
        <a:spcBef>
          <a:spcPts val="216"/>
        </a:spcBef>
        <a:buClr>
          <a:srgbClr val="000F78"/>
        </a:buClr>
        <a:buFont typeface="Yu Gothic UI" panose="020B0500000000000000" pitchFamily="50" charset="-128"/>
        <a:buChar char="•"/>
        <a:tabLst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4pPr>
      <a:lvl5pPr marL="1674813" indent="-184150" algn="l" defTabSz="914400" rtl="0" eaLnBrk="1" fontAlgn="ctr" latinLnBrk="0" hangingPunct="1">
        <a:lnSpc>
          <a:spcPct val="100000"/>
        </a:lnSpc>
        <a:spcBef>
          <a:spcPts val="14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5pPr>
      <a:lvl6pPr marL="1990725" indent="-190500" algn="l" defTabSz="914400" rtl="0" eaLnBrk="1" fontAlgn="ctr" latinLnBrk="0" hangingPunct="1">
        <a:lnSpc>
          <a:spcPct val="90000"/>
        </a:lnSpc>
        <a:spcBef>
          <a:spcPts val="500"/>
        </a:spcBef>
        <a:buClr>
          <a:srgbClr val="000F78"/>
        </a:buClr>
        <a:buFont typeface="Arial" panose="020B0604020202020204" pitchFamily="34" charset="0"/>
        <a:buChar char="•"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5ACBF0"/>
          </p15:clr>
        </p15:guide>
        <p15:guide id="2" pos="3120" userDrawn="1">
          <p15:clr>
            <a:srgbClr val="5ACBF0"/>
          </p15:clr>
        </p15:guide>
        <p15:guide id="3" pos="6114" userDrawn="1">
          <p15:clr>
            <a:srgbClr val="5ACBF0"/>
          </p15:clr>
        </p15:guide>
        <p15:guide id="4" pos="126" userDrawn="1">
          <p15:clr>
            <a:srgbClr val="5ACBF0"/>
          </p15:clr>
        </p15:guide>
        <p15:guide id="5" orient="horz" pos="4065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/>
          <p:cNvGraphicFramePr>
            <a:graphicFrameLocks noChangeAspect="1"/>
          </p:cNvGraphicFramePr>
          <p:nvPr userDrawn="1">
            <p:custDataLst>
              <p:tags r:id="rId2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47" imgH="348" progId="TCLayout.ActiveDocument.1">
                  <p:embed/>
                </p:oleObj>
              </mc:Choice>
              <mc:Fallback>
                <p:oleObj name="think-cell Slide" r:id="rId25" imgW="347" imgH="348" progId="TCLayout.ActiveDocument.1">
                  <p:embed/>
                  <p:pic>
                    <p:nvPicPr>
                      <p:cNvPr id="5" name="オブジェクト 4" hidden="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</a:t>
            </a:r>
            <a:r>
              <a:rPr kumimoji="1" lang="en-US" altLang="ja-JP"/>
              <a:t>6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Copyrigh</a:t>
            </a:r>
            <a:r>
              <a:rPr kumimoji="1" lang="en-US" altLang="ja-JP" sz="800" b="0" i="0" u="none" strike="noStrike" kern="1200" cap="none" spc="-100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t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/>
                <a:ea typeface="Yu Gothic UI"/>
                <a:cs typeface="Arial" panose="020B0604020202020204" pitchFamily="34" charset="0"/>
              </a:rPr>
              <a:t>（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/>
                <a:ea typeface="Yu Gothic UI"/>
                <a:cs typeface="Arial" panose="020B0604020202020204" pitchFamily="34" charset="0"/>
              </a:rPr>
              <a:t>C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/>
                <a:ea typeface="Yu Gothic UI"/>
                <a:cs typeface="Arial" panose="020B0604020202020204" pitchFamily="34" charset="0"/>
              </a:rPr>
              <a:t>）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 Nomura Research Institute, Ltd. All rights reserved.</a:t>
            </a:r>
            <a:endParaRPr kumimoji="1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28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  <p:sldLayoutId id="2147483951" r:id="rId17"/>
    <p:sldLayoutId id="2147483952" r:id="rId18"/>
    <p:sldLayoutId id="2147483953" r:id="rId19"/>
    <p:sldLayoutId id="2147483954" r:id="rId20"/>
    <p:sldLayoutId id="2147483955" r:id="rId21"/>
    <p:sldLayoutId id="2147483956" r:id="rId22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2000" b="1" i="0" kern="1200" baseline="0">
          <a:solidFill>
            <a:srgbClr val="000F78"/>
          </a:solidFill>
          <a:latin typeface="+mn-ea"/>
          <a:ea typeface="+mn-ea"/>
          <a:cs typeface="+mj-cs"/>
        </a:defRPr>
      </a:lvl1pPr>
    </p:titleStyle>
    <p:bodyStyle>
      <a:lvl1pPr marL="187200" indent="-187200" algn="l" defTabSz="914400" rtl="0" eaLnBrk="1" fontAlgn="ctr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anose="05000000000000000000" pitchFamily="2" charset="2"/>
        <a:buChar char="n"/>
        <a:defRPr kumimoji="1" sz="1600" kern="1200" baseline="0">
          <a:solidFill>
            <a:schemeClr val="tx1"/>
          </a:solidFill>
          <a:latin typeface="+mn-ea"/>
          <a:ea typeface="+mn-ea"/>
          <a:cs typeface="+mn-cs"/>
        </a:defRPr>
      </a:lvl1pPr>
      <a:lvl2pPr marL="609600" indent="-230188" algn="l" defTabSz="914400" rtl="0" eaLnBrk="1" fontAlgn="ctr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400" kern="1200">
          <a:solidFill>
            <a:schemeClr val="tx1"/>
          </a:solidFill>
          <a:latin typeface="+mn-ea"/>
          <a:ea typeface="+mn-ea"/>
          <a:cs typeface="+mn-cs"/>
        </a:defRPr>
      </a:lvl2pPr>
      <a:lvl3pPr marL="984250" indent="-196850" algn="l" defTabSz="914400" rtl="0" eaLnBrk="1" fontAlgn="ctr" latinLnBrk="0" hangingPunct="1">
        <a:lnSpc>
          <a:spcPct val="100000"/>
        </a:lnSpc>
        <a:spcBef>
          <a:spcPts val="2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355725" indent="-190500" algn="l" defTabSz="914400" rtl="0" eaLnBrk="1" fontAlgn="ctr" latinLnBrk="0" hangingPunct="1">
        <a:lnSpc>
          <a:spcPct val="100000"/>
        </a:lnSpc>
        <a:spcBef>
          <a:spcPts val="216"/>
        </a:spcBef>
        <a:buClr>
          <a:srgbClr val="000F78"/>
        </a:buClr>
        <a:buFont typeface="Yu Gothic UI" panose="020B0500000000000000" pitchFamily="50" charset="-128"/>
        <a:buChar char="•"/>
        <a:tabLst/>
        <a:defRPr kumimoji="1"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674813" indent="-184150" algn="l" defTabSz="914400" rtl="0" eaLnBrk="1" fontAlgn="ctr" latinLnBrk="0" hangingPunct="1">
        <a:lnSpc>
          <a:spcPct val="100000"/>
        </a:lnSpc>
        <a:spcBef>
          <a:spcPts val="14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990725" indent="-190500" algn="l" defTabSz="914400" rtl="0" eaLnBrk="1" fontAlgn="ctr" latinLnBrk="0" hangingPunct="1">
        <a:lnSpc>
          <a:spcPct val="90000"/>
        </a:lnSpc>
        <a:spcBef>
          <a:spcPts val="500"/>
        </a:spcBef>
        <a:buClr>
          <a:srgbClr val="000F78"/>
        </a:buClr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21" imgH="423" progId="TCLayout.ActiveDocument.1">
                  <p:embed/>
                </p:oleObj>
              </mc:Choice>
              <mc:Fallback>
                <p:oleObj name="think-cell Slide" r:id="rId25" imgW="421" imgH="42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  <a:sym typeface="Yu Gothic UI" panose="020B05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2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IN" dirty="0"/>
              <a:t>マスター タイトルの書式設定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IN" dirty="0"/>
              <a:t>マスター テキストの書式設定</a:t>
            </a:r>
          </a:p>
          <a:p>
            <a:pPr lvl="1"/>
            <a:r>
              <a:rPr kumimoji="1" lang="ja-JP" altLang="en-IN" dirty="0"/>
              <a:t>第 </a:t>
            </a:r>
            <a:r>
              <a:rPr kumimoji="1" lang="en-IN" altLang="ja-JP" dirty="0"/>
              <a:t>2 </a:t>
            </a:r>
            <a:r>
              <a:rPr kumimoji="1" lang="ja-JP" altLang="en-IN" dirty="0"/>
              <a:t>レベル</a:t>
            </a:r>
          </a:p>
          <a:p>
            <a:pPr lvl="2"/>
            <a:r>
              <a:rPr kumimoji="1" lang="ja-JP" altLang="en-IN" dirty="0"/>
              <a:t>第 </a:t>
            </a:r>
            <a:r>
              <a:rPr kumimoji="1" lang="en-IN" altLang="ja-JP" dirty="0"/>
              <a:t>3 </a:t>
            </a:r>
            <a:r>
              <a:rPr kumimoji="1" lang="ja-JP" altLang="en-IN" dirty="0"/>
              <a:t>レベル</a:t>
            </a:r>
          </a:p>
          <a:p>
            <a:pPr lvl="3"/>
            <a:r>
              <a:rPr kumimoji="1" lang="ja-JP" altLang="en-IN" dirty="0"/>
              <a:t>第 </a:t>
            </a:r>
            <a:r>
              <a:rPr kumimoji="1" lang="en-IN" altLang="ja-JP" dirty="0"/>
              <a:t>4 </a:t>
            </a:r>
            <a:r>
              <a:rPr kumimoji="1" lang="ja-JP" altLang="en-IN" dirty="0"/>
              <a:t>レベル</a:t>
            </a:r>
          </a:p>
          <a:p>
            <a:pPr lvl="4"/>
            <a:r>
              <a:rPr kumimoji="1" lang="ja-JP" altLang="en-IN" dirty="0"/>
              <a:t>第 </a:t>
            </a:r>
            <a:r>
              <a:rPr kumimoji="1" lang="en-IN" altLang="ja-JP" dirty="0"/>
              <a:t>5 </a:t>
            </a:r>
            <a:r>
              <a:rPr kumimoji="1" lang="ja-JP" altLang="en-IN" dirty="0"/>
              <a:t>レベル</a:t>
            </a:r>
            <a:endParaRPr kumimoji="1" lang="en-IN" altLang="ja-JP" dirty="0"/>
          </a:p>
          <a:p>
            <a:pPr lvl="5"/>
            <a:r>
              <a:rPr kumimoji="1" lang="ja-JP" altLang="en-IN" dirty="0"/>
              <a:t>第</a:t>
            </a:r>
            <a:r>
              <a:rPr kumimoji="1" lang="en-IN" altLang="ja-JP" dirty="0"/>
              <a:t>6</a:t>
            </a:r>
            <a:r>
              <a:rPr kumimoji="1" lang="ja-JP" altLang="en-IN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en-IN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IN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Copyrigh</a:t>
            </a:r>
            <a:r>
              <a:rPr kumimoji="1" lang="en-IN" altLang="ja-JP" sz="800" b="0" i="0" u="none" strike="noStrike" kern="1200" cap="none" spc="-100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t</a:t>
            </a:r>
            <a:r>
              <a:rPr kumimoji="0" lang="ja-JP" alt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IN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IN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 Nomura Research Institute, Ltd. All rights reserved.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078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  <p:sldLayoutId id="2147483975" r:id="rId18"/>
    <p:sldLayoutId id="2147483976" r:id="rId19"/>
    <p:sldLayoutId id="2147483977" r:id="rId20"/>
    <p:sldLayoutId id="2147483978" r:id="rId21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2000" b="1" i="0" kern="1200" baseline="0">
          <a:solidFill>
            <a:srgbClr val="000F78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187200" indent="-187200" algn="l" defTabSz="914400" rtl="0" eaLnBrk="1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itchFamily="2" charset="2"/>
        <a:buChar char="n"/>
        <a:defRPr kumimoji="1" sz="1600" kern="1200" baseline="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609600" indent="-230188" algn="l" defTabSz="914400" rtl="0" eaLnBrk="1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984250" indent="-196850" algn="l" defTabSz="914400" rtl="0" eaLnBrk="1" latinLnBrk="0" hangingPunct="1">
        <a:lnSpc>
          <a:spcPct val="100000"/>
        </a:lnSpc>
        <a:spcBef>
          <a:spcPts val="24"/>
        </a:spcBef>
        <a:buClr>
          <a:srgbClr val="000F78"/>
        </a:buClr>
        <a:buFont typeface="Wingdings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355725" indent="-190500" algn="l" defTabSz="914400" rtl="0" eaLnBrk="1" latinLnBrk="0" hangingPunct="1">
        <a:lnSpc>
          <a:spcPct val="100000"/>
        </a:lnSpc>
        <a:spcBef>
          <a:spcPts val="216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1674813" indent="-184150" algn="l" defTabSz="914400" rtl="0" eaLnBrk="1" latinLnBrk="0" hangingPunct="1">
        <a:lnSpc>
          <a:spcPct val="100000"/>
        </a:lnSpc>
        <a:spcBef>
          <a:spcPts val="144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1990725" indent="-190500" algn="l" defTabSz="914400" rtl="0" eaLnBrk="1" latinLnBrk="0" hangingPunct="1">
        <a:lnSpc>
          <a:spcPct val="90000"/>
        </a:lnSpc>
        <a:spcBef>
          <a:spcPts val="500"/>
        </a:spcBef>
        <a:buClr>
          <a:srgbClr val="000F78"/>
        </a:buClr>
        <a:buFont typeface="Wingdings" pitchFamily="2" charset="2"/>
        <a:buChar char="l"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3B707C7-EC7E-E2C4-C44A-1E2C2E195F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353" imgH="318" progId="TCLayout.ActiveDocument.1">
                  <p:embed/>
                </p:oleObj>
              </mc:Choice>
              <mc:Fallback>
                <p:oleObj name="think-cell Slide" r:id="rId34" imgW="353" imgH="31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B707C7-EC7E-E2C4-C44A-1E2C2E195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36"/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 </a:t>
            </a:r>
            <a:r>
              <a:rPr kumimoji="1" lang="en-US" altLang="ja-JP" dirty="0"/>
              <a:t>6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t>Copyrigh</a:t>
            </a:r>
            <a:r>
              <a:rPr kumimoji="1" lang="en-US" altLang="ja-JP" sz="800" b="0" i="0" u="none" strike="noStrike" kern="1200" cap="none" spc="-100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t>t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t> Nomura Research Institute,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091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5" r:id="rId25"/>
    <p:sldLayoutId id="2147484007" r:id="rId26"/>
    <p:sldLayoutId id="2147484008" r:id="rId27"/>
    <p:sldLayoutId id="2147484009" r:id="rId28"/>
    <p:sldLayoutId id="2147484010" r:id="rId29"/>
    <p:sldLayoutId id="2147484011" r:id="rId30"/>
    <p:sldLayoutId id="2147484012" r:id="rId31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1600" b="1" i="0" kern="1200" baseline="0">
          <a:solidFill>
            <a:srgbClr val="000F78"/>
          </a:solidFill>
          <a:latin typeface="+mn-ea"/>
          <a:ea typeface="+mn-ea"/>
          <a:cs typeface="+mj-cs"/>
        </a:defRPr>
      </a:lvl1pPr>
    </p:titleStyle>
    <p:bodyStyle>
      <a:lvl1pPr marL="187200" indent="-187200" algn="l" defTabSz="914400" rtl="0" eaLnBrk="1" fontAlgn="ctr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anose="05000000000000000000" pitchFamily="2" charset="2"/>
        <a:buChar char="n"/>
        <a:defRPr kumimoji="1" sz="1280" kern="1200" baseline="0">
          <a:solidFill>
            <a:schemeClr val="tx1"/>
          </a:solidFill>
          <a:latin typeface="+mn-ea"/>
          <a:ea typeface="+mn-ea"/>
          <a:cs typeface="+mn-cs"/>
        </a:defRPr>
      </a:lvl1pPr>
      <a:lvl2pPr marL="609600" indent="-230188" algn="l" defTabSz="914400" rtl="0" eaLnBrk="1" fontAlgn="ctr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120" kern="1200">
          <a:solidFill>
            <a:schemeClr val="tx1"/>
          </a:solidFill>
          <a:latin typeface="+mn-ea"/>
          <a:ea typeface="+mn-ea"/>
          <a:cs typeface="+mn-cs"/>
        </a:defRPr>
      </a:lvl2pPr>
      <a:lvl3pPr marL="984250" indent="-196850" algn="l" defTabSz="914400" rtl="0" eaLnBrk="1" fontAlgn="ctr" latinLnBrk="0" hangingPunct="1">
        <a:lnSpc>
          <a:spcPct val="100000"/>
        </a:lnSpc>
        <a:spcBef>
          <a:spcPts val="2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1120" kern="1200">
          <a:solidFill>
            <a:schemeClr val="tx1"/>
          </a:solidFill>
          <a:latin typeface="+mn-ea"/>
          <a:ea typeface="+mn-ea"/>
          <a:cs typeface="+mn-cs"/>
        </a:defRPr>
      </a:lvl3pPr>
      <a:lvl4pPr marL="1355725" indent="-190500" algn="l" defTabSz="914400" rtl="0" eaLnBrk="1" fontAlgn="ctr" latinLnBrk="0" hangingPunct="1">
        <a:lnSpc>
          <a:spcPct val="100000"/>
        </a:lnSpc>
        <a:spcBef>
          <a:spcPts val="216"/>
        </a:spcBef>
        <a:buClr>
          <a:srgbClr val="000F78"/>
        </a:buClr>
        <a:buFont typeface="Yu Gothic UI" panose="020B0500000000000000" pitchFamily="50" charset="-128"/>
        <a:buChar char="•"/>
        <a:tabLst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4pPr>
      <a:lvl5pPr marL="1674813" indent="-184150" algn="l" defTabSz="914400" rtl="0" eaLnBrk="1" fontAlgn="ctr" latinLnBrk="0" hangingPunct="1">
        <a:lnSpc>
          <a:spcPct val="100000"/>
        </a:lnSpc>
        <a:spcBef>
          <a:spcPts val="14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5pPr>
      <a:lvl6pPr marL="1990725" indent="-190500" algn="l" defTabSz="914400" rtl="0" eaLnBrk="1" fontAlgn="ctr" latinLnBrk="0" hangingPunct="1">
        <a:lnSpc>
          <a:spcPct val="90000"/>
        </a:lnSpc>
        <a:spcBef>
          <a:spcPts val="500"/>
        </a:spcBef>
        <a:buClr>
          <a:srgbClr val="000F78"/>
        </a:buClr>
        <a:buFont typeface="Arial" panose="020B0604020202020204" pitchFamily="34" charset="0"/>
        <a:buChar char="•"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421" imgH="423" progId="TCLayout.ActiveDocument.1">
                  <p:embed/>
                </p:oleObj>
              </mc:Choice>
              <mc:Fallback>
                <p:oleObj name="think-cell Slide" r:id="rId38" imgW="421" imgH="42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  <a:sym typeface="Yu Gothic UI" panose="020B05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40"/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Copyrigh</a:t>
            </a:r>
            <a:r>
              <a:rPr kumimoji="1" lang="en-US" altLang="ja-JP" sz="800" b="0" i="0" u="none" strike="noStrike" kern="1200" cap="none" spc="-100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t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 Nomura Research Institute,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018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  <p:sldLayoutId id="2147484059" r:id="rId12"/>
    <p:sldLayoutId id="2147484060" r:id="rId13"/>
    <p:sldLayoutId id="2147484061" r:id="rId14"/>
    <p:sldLayoutId id="2147484062" r:id="rId15"/>
    <p:sldLayoutId id="2147484063" r:id="rId16"/>
    <p:sldLayoutId id="2147484064" r:id="rId17"/>
    <p:sldLayoutId id="2147484065" r:id="rId18"/>
    <p:sldLayoutId id="2147484066" r:id="rId19"/>
    <p:sldLayoutId id="2147484067" r:id="rId20"/>
    <p:sldLayoutId id="2147484068" r:id="rId21"/>
    <p:sldLayoutId id="2147484069" r:id="rId22"/>
    <p:sldLayoutId id="2147484070" r:id="rId23"/>
    <p:sldLayoutId id="2147484071" r:id="rId24"/>
    <p:sldLayoutId id="2147484072" r:id="rId25"/>
    <p:sldLayoutId id="2147484073" r:id="rId26"/>
    <p:sldLayoutId id="2147484074" r:id="rId27"/>
    <p:sldLayoutId id="2147484075" r:id="rId28"/>
    <p:sldLayoutId id="2147484078" r:id="rId29"/>
    <p:sldLayoutId id="2147484087" r:id="rId30"/>
    <p:sldLayoutId id="2147484091" r:id="rId31"/>
    <p:sldLayoutId id="2147484092" r:id="rId32"/>
    <p:sldLayoutId id="2147484095" r:id="rId33"/>
    <p:sldLayoutId id="2147484099" r:id="rId34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2000" b="1" i="0" kern="1200" baseline="0">
          <a:solidFill>
            <a:srgbClr val="000F78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187200" indent="-187200" algn="l" defTabSz="914400" rtl="0" eaLnBrk="1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itchFamily="2" charset="2"/>
        <a:buChar char="n"/>
        <a:defRPr kumimoji="1" sz="1600" kern="1200" baseline="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609600" indent="-230188" algn="l" defTabSz="914400" rtl="0" eaLnBrk="1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984250" indent="-196850" algn="l" defTabSz="914400" rtl="0" eaLnBrk="1" latinLnBrk="0" hangingPunct="1">
        <a:lnSpc>
          <a:spcPct val="100000"/>
        </a:lnSpc>
        <a:spcBef>
          <a:spcPts val="24"/>
        </a:spcBef>
        <a:buClr>
          <a:srgbClr val="000F78"/>
        </a:buClr>
        <a:buFont typeface="Wingdings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355725" indent="-190500" algn="l" defTabSz="914400" rtl="0" eaLnBrk="1" latinLnBrk="0" hangingPunct="1">
        <a:lnSpc>
          <a:spcPct val="100000"/>
        </a:lnSpc>
        <a:spcBef>
          <a:spcPts val="216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1674813" indent="-184150" algn="l" defTabSz="914400" rtl="0" eaLnBrk="1" latinLnBrk="0" hangingPunct="1">
        <a:lnSpc>
          <a:spcPct val="100000"/>
        </a:lnSpc>
        <a:spcBef>
          <a:spcPts val="144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1990725" indent="-190500" algn="l" defTabSz="914400" rtl="0" eaLnBrk="1" latinLnBrk="0" hangingPunct="1">
        <a:lnSpc>
          <a:spcPct val="90000"/>
        </a:lnSpc>
        <a:spcBef>
          <a:spcPts val="500"/>
        </a:spcBef>
        <a:buClr>
          <a:srgbClr val="000F78"/>
        </a:buClr>
        <a:buFont typeface="Wingdings" pitchFamily="2" charset="2"/>
        <a:buChar char="l"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421" imgH="423" progId="TCLayout.ActiveDocument.1">
                  <p:embed/>
                </p:oleObj>
              </mc:Choice>
              <mc:Fallback>
                <p:oleObj name="think-cell Slide" r:id="rId41" imgW="421" imgH="42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4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  <a:sym typeface="Yu Gothic UI" panose="020B05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43"/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</a:t>
            </a:r>
            <a:r>
              <a:rPr kumimoji="1" lang="en-US" altLang="ja-JP" dirty="0"/>
              <a:t>6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Copyrigh</a:t>
            </a:r>
            <a:r>
              <a:rPr kumimoji="1" lang="en-US" altLang="ja-JP" sz="800" b="0" i="0" u="none" strike="noStrike" kern="1200" cap="none" spc="-100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t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 Nomura Research Institute,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9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  <p:sldLayoutId id="2147484112" r:id="rId12"/>
    <p:sldLayoutId id="2147484113" r:id="rId13"/>
    <p:sldLayoutId id="2147484114" r:id="rId14"/>
    <p:sldLayoutId id="2147484115" r:id="rId15"/>
    <p:sldLayoutId id="2147484116" r:id="rId16"/>
    <p:sldLayoutId id="2147484117" r:id="rId17"/>
    <p:sldLayoutId id="2147484118" r:id="rId18"/>
    <p:sldLayoutId id="2147484119" r:id="rId19"/>
    <p:sldLayoutId id="2147484120" r:id="rId20"/>
    <p:sldLayoutId id="2147484121" r:id="rId21"/>
    <p:sldLayoutId id="2147484122" r:id="rId22"/>
    <p:sldLayoutId id="2147484123" r:id="rId23"/>
    <p:sldLayoutId id="2147484124" r:id="rId24"/>
    <p:sldLayoutId id="2147484125" r:id="rId25"/>
    <p:sldLayoutId id="2147484126" r:id="rId26"/>
    <p:sldLayoutId id="2147484128" r:id="rId27"/>
    <p:sldLayoutId id="2147484131" r:id="rId28"/>
    <p:sldLayoutId id="2147484137" r:id="rId29"/>
    <p:sldLayoutId id="2147484138" r:id="rId30"/>
    <p:sldLayoutId id="2147484141" r:id="rId31"/>
    <p:sldLayoutId id="2147484142" r:id="rId32"/>
    <p:sldLayoutId id="2147484145" r:id="rId33"/>
    <p:sldLayoutId id="2147484147" r:id="rId34"/>
    <p:sldLayoutId id="2147484148" r:id="rId35"/>
    <p:sldLayoutId id="2147484154" r:id="rId36"/>
    <p:sldLayoutId id="2147484168" r:id="rId37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2000" b="1" i="0" kern="1200" baseline="0">
          <a:solidFill>
            <a:srgbClr val="000F78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187200" indent="-187200" algn="l" defTabSz="914400" rtl="0" eaLnBrk="1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itchFamily="2" charset="2"/>
        <a:buChar char="n"/>
        <a:defRPr kumimoji="1" sz="1600" kern="1200" baseline="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609600" indent="-230188" algn="l" defTabSz="914400" rtl="0" eaLnBrk="1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984250" indent="-196850" algn="l" defTabSz="914400" rtl="0" eaLnBrk="1" latinLnBrk="0" hangingPunct="1">
        <a:lnSpc>
          <a:spcPct val="100000"/>
        </a:lnSpc>
        <a:spcBef>
          <a:spcPts val="24"/>
        </a:spcBef>
        <a:buClr>
          <a:srgbClr val="000F78"/>
        </a:buClr>
        <a:buFont typeface="Wingdings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355725" indent="-190500" algn="l" defTabSz="914400" rtl="0" eaLnBrk="1" latinLnBrk="0" hangingPunct="1">
        <a:lnSpc>
          <a:spcPct val="100000"/>
        </a:lnSpc>
        <a:spcBef>
          <a:spcPts val="216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1674813" indent="-184150" algn="l" defTabSz="914400" rtl="0" eaLnBrk="1" latinLnBrk="0" hangingPunct="1">
        <a:lnSpc>
          <a:spcPct val="100000"/>
        </a:lnSpc>
        <a:spcBef>
          <a:spcPts val="144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1990725" indent="-190500" algn="l" defTabSz="914400" rtl="0" eaLnBrk="1" latinLnBrk="0" hangingPunct="1">
        <a:lnSpc>
          <a:spcPct val="90000"/>
        </a:lnSpc>
        <a:spcBef>
          <a:spcPts val="500"/>
        </a:spcBef>
        <a:buClr>
          <a:srgbClr val="000F78"/>
        </a:buClr>
        <a:buFont typeface="Wingdings" pitchFamily="2" charset="2"/>
        <a:buChar char="l"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21" imgH="423" progId="TCLayout.ActiveDocument.1">
                  <p:embed/>
                </p:oleObj>
              </mc:Choice>
              <mc:Fallback>
                <p:oleObj name="think-cell Slide" r:id="rId26" imgW="421" imgH="42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IN" altLang="ja-JP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+mn-cs"/>
              <a:sym typeface="Yu Gothic UI" panose="020B05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2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IN" dirty="0"/>
              <a:t>マスター タイトルの書式設定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IN" dirty="0"/>
              <a:t>マスター テキストの書式設定</a:t>
            </a:r>
          </a:p>
          <a:p>
            <a:pPr lvl="1"/>
            <a:r>
              <a:rPr kumimoji="1" lang="ja-JP" altLang="en-IN" dirty="0"/>
              <a:t>第 </a:t>
            </a:r>
            <a:r>
              <a:rPr kumimoji="1" lang="en-IN" altLang="ja-JP" dirty="0"/>
              <a:t>2 </a:t>
            </a:r>
            <a:r>
              <a:rPr kumimoji="1" lang="ja-JP" altLang="en-IN" dirty="0"/>
              <a:t>レベル</a:t>
            </a:r>
          </a:p>
          <a:p>
            <a:pPr lvl="2"/>
            <a:r>
              <a:rPr kumimoji="1" lang="ja-JP" altLang="en-IN" dirty="0"/>
              <a:t>第 </a:t>
            </a:r>
            <a:r>
              <a:rPr kumimoji="1" lang="en-IN" altLang="ja-JP" dirty="0"/>
              <a:t>3 </a:t>
            </a:r>
            <a:r>
              <a:rPr kumimoji="1" lang="ja-JP" altLang="en-IN" dirty="0"/>
              <a:t>レベル</a:t>
            </a:r>
          </a:p>
          <a:p>
            <a:pPr lvl="3"/>
            <a:r>
              <a:rPr kumimoji="1" lang="ja-JP" altLang="en-IN" dirty="0"/>
              <a:t>第 </a:t>
            </a:r>
            <a:r>
              <a:rPr kumimoji="1" lang="en-IN" altLang="ja-JP" dirty="0"/>
              <a:t>4 </a:t>
            </a:r>
            <a:r>
              <a:rPr kumimoji="1" lang="ja-JP" altLang="en-IN" dirty="0"/>
              <a:t>レベル</a:t>
            </a:r>
          </a:p>
          <a:p>
            <a:pPr lvl="4"/>
            <a:r>
              <a:rPr kumimoji="1" lang="ja-JP" altLang="en-IN" dirty="0"/>
              <a:t>第 </a:t>
            </a:r>
            <a:r>
              <a:rPr kumimoji="1" lang="en-IN" altLang="ja-JP" dirty="0"/>
              <a:t>5 </a:t>
            </a:r>
            <a:r>
              <a:rPr kumimoji="1" lang="ja-JP" altLang="en-IN" dirty="0"/>
              <a:t>レベル</a:t>
            </a:r>
            <a:endParaRPr kumimoji="1" lang="en-IN" altLang="ja-JP" dirty="0"/>
          </a:p>
          <a:p>
            <a:pPr lvl="5"/>
            <a:r>
              <a:rPr kumimoji="1" lang="ja-JP" altLang="en-IN" dirty="0"/>
              <a:t>第</a:t>
            </a:r>
            <a:r>
              <a:rPr kumimoji="1" lang="en-IN" altLang="ja-JP" dirty="0"/>
              <a:t>6</a:t>
            </a:r>
            <a:r>
              <a:rPr kumimoji="1" lang="ja-JP" altLang="en-IN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en-IN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IN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/>
              <a:ea typeface="Yu Gothic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IN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Copyrigh</a:t>
            </a:r>
            <a:r>
              <a:rPr kumimoji="1" lang="en-IN" altLang="ja-JP" sz="800" b="0" i="0" u="none" strike="noStrike" kern="1200" cap="none" spc="-100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t</a:t>
            </a:r>
            <a:r>
              <a:rPr kumimoji="0" lang="ja-JP" alt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IN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IN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rPr>
              <a:t> Nomura Research Institute, Ltd. All rights reserved.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IN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/>
                <a:ea typeface="Yu Gothic U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128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74" r:id="rId2"/>
    <p:sldLayoutId id="2147484175" r:id="rId3"/>
    <p:sldLayoutId id="2147484176" r:id="rId4"/>
    <p:sldLayoutId id="2147484177" r:id="rId5"/>
    <p:sldLayoutId id="2147484178" r:id="rId6"/>
    <p:sldLayoutId id="2147484179" r:id="rId7"/>
    <p:sldLayoutId id="2147484180" r:id="rId8"/>
    <p:sldLayoutId id="2147484181" r:id="rId9"/>
    <p:sldLayoutId id="2147484182" r:id="rId10"/>
    <p:sldLayoutId id="2147484183" r:id="rId11"/>
    <p:sldLayoutId id="2147484184" r:id="rId12"/>
    <p:sldLayoutId id="2147484185" r:id="rId13"/>
    <p:sldLayoutId id="2147484186" r:id="rId14"/>
    <p:sldLayoutId id="2147484187" r:id="rId15"/>
    <p:sldLayoutId id="2147484188" r:id="rId16"/>
    <p:sldLayoutId id="2147484189" r:id="rId17"/>
    <p:sldLayoutId id="2147484190" r:id="rId18"/>
    <p:sldLayoutId id="2147484191" r:id="rId19"/>
    <p:sldLayoutId id="2147484192" r:id="rId20"/>
    <p:sldLayoutId id="2147484193" r:id="rId21"/>
    <p:sldLayoutId id="2147484195" r:id="rId22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2000" b="1" i="0" kern="1200" baseline="0">
          <a:solidFill>
            <a:srgbClr val="000F78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187200" indent="-187200" algn="l" defTabSz="914400" rtl="0" eaLnBrk="1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itchFamily="2" charset="2"/>
        <a:buChar char="n"/>
        <a:defRPr kumimoji="1" sz="1600" kern="1200" baseline="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609600" indent="-230188" algn="l" defTabSz="914400" rtl="0" eaLnBrk="1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984250" indent="-196850" algn="l" defTabSz="914400" rtl="0" eaLnBrk="1" latinLnBrk="0" hangingPunct="1">
        <a:lnSpc>
          <a:spcPct val="100000"/>
        </a:lnSpc>
        <a:spcBef>
          <a:spcPts val="24"/>
        </a:spcBef>
        <a:buClr>
          <a:srgbClr val="000F78"/>
        </a:buClr>
        <a:buFont typeface="Wingdings" pitchFamily="2" charset="2"/>
        <a:buChar char="l"/>
        <a:tabLst/>
        <a:defRPr kumimoji="1" sz="1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355725" indent="-190500" algn="l" defTabSz="914400" rtl="0" eaLnBrk="1" latinLnBrk="0" hangingPunct="1">
        <a:lnSpc>
          <a:spcPct val="100000"/>
        </a:lnSpc>
        <a:spcBef>
          <a:spcPts val="216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1674813" indent="-184150" algn="l" defTabSz="914400" rtl="0" eaLnBrk="1" latinLnBrk="0" hangingPunct="1">
        <a:lnSpc>
          <a:spcPct val="100000"/>
        </a:lnSpc>
        <a:spcBef>
          <a:spcPts val="144"/>
        </a:spcBef>
        <a:buClr>
          <a:srgbClr val="000F78"/>
        </a:buClr>
        <a:buFont typeface="Wingdings" pitchFamily="2" charset="2"/>
        <a:buChar char="l"/>
        <a:tabLst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1990725" indent="-190500" algn="l" defTabSz="914400" rtl="0" eaLnBrk="1" latinLnBrk="0" hangingPunct="1">
        <a:lnSpc>
          <a:spcPct val="90000"/>
        </a:lnSpc>
        <a:spcBef>
          <a:spcPts val="500"/>
        </a:spcBef>
        <a:buClr>
          <a:srgbClr val="000F78"/>
        </a:buClr>
        <a:buFont typeface="Wingdings" pitchFamily="2" charset="2"/>
        <a:buChar char="l"/>
        <a:defRPr kumimoji="1" sz="1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3B707C7-EC7E-E2C4-C44A-1E2C2E195F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353" imgH="318" progId="TCLayout.ActiveDocument.1">
                  <p:embed/>
                </p:oleObj>
              </mc:Choice>
              <mc:Fallback>
                <p:oleObj name="think-cell Slide" r:id="rId24" imgW="353" imgH="31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B707C7-EC7E-E2C4-C44A-1E2C2E195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380480"/>
          </a:xfrm>
          <a:prstGeom prst="rect">
            <a:avLst/>
          </a:prstGeom>
          <a:blipFill dpi="0" rotWithShape="1">
            <a:blip r:embed="rId26"/>
            <a:srcRect/>
            <a:stretch>
              <a:fillRect/>
            </a:stretch>
          </a:blipFill>
        </p:spPr>
        <p:txBody>
          <a:bodyPr vert="horz" lIns="144000" tIns="36000" rIns="0" bIns="36000" rtlCol="0" anchor="t" anchorCtr="0">
            <a:sp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000" y="863999"/>
            <a:ext cx="9504000" cy="558933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第 </a:t>
            </a:r>
            <a:r>
              <a:rPr kumimoji="1" lang="en-US" altLang="ja-JP" dirty="0"/>
              <a:t>6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391117A-CD3E-4600-B746-847FEC23B848}"/>
              </a:ext>
            </a:extLst>
          </p:cNvPr>
          <p:cNvSpPr/>
          <p:nvPr userDrawn="1"/>
        </p:nvSpPr>
        <p:spPr>
          <a:xfrm>
            <a:off x="9417496" y="6623893"/>
            <a:ext cx="488504" cy="1718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162000" bIns="0" rtlCol="0"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8B6BD-A78E-4925-94CB-0CF8088229B7}"/>
              </a:ext>
            </a:extLst>
          </p:cNvPr>
          <p:cNvSpPr txBox="1"/>
          <p:nvPr userDrawn="1"/>
        </p:nvSpPr>
        <p:spPr>
          <a:xfrm>
            <a:off x="5889104" y="6620362"/>
            <a:ext cx="3191365" cy="215444"/>
          </a:xfrm>
          <a:prstGeom prst="rect">
            <a:avLst/>
          </a:prstGeom>
          <a:noFill/>
        </p:spPr>
        <p:txBody>
          <a:bodyPr wrap="none" rIns="7200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t>Copyrigh</a:t>
            </a:r>
            <a:r>
              <a:rPr kumimoji="1" lang="en-US" altLang="ja-JP" sz="800" b="0" i="0" u="none" strike="noStrike" kern="1200" cap="none" spc="-100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t>t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（</a:t>
            </a:r>
            <a:r>
              <a:rPr kumimoji="0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C</a:t>
            </a:r>
            <a:r>
              <a:rPr kumimoji="0" lang="ja-JP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1279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Arial" panose="020B0604020202020204" pitchFamily="34" charset="0"/>
              </a:rPr>
              <a:t>）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rgbClr val="000F78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rPr>
              <a:t> Nomura Research Institute,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F78"/>
              </a:solidFill>
              <a:effectLst/>
              <a:uLnTx/>
              <a:uFillTx/>
              <a:latin typeface="Yu Gothic UI" panose="020B0500000000000000" pitchFamily="50" charset="-128"/>
              <a:ea typeface="Yu Gothic UI" panose="020B0500000000000000" pitchFamily="50" charset="-128"/>
              <a:cs typeface="+mn-cs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2C7F0B2-5B3C-45FD-B59F-8B95408E08B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29157" y="6620362"/>
            <a:ext cx="288339" cy="145025"/>
            <a:chOff x="200472" y="6597352"/>
            <a:chExt cx="355987" cy="179051"/>
          </a:xfrm>
        </p:grpSpPr>
        <p:sp>
          <p:nvSpPr>
            <p:cNvPr id="13" name="Freeform 290">
              <a:extLst>
                <a:ext uri="{FF2B5EF4-FFF2-40B4-BE49-F238E27FC236}">
                  <a16:creationId xmlns:a16="http://schemas.microsoft.com/office/drawing/2014/main" id="{02AE9B58-4C18-4B14-8235-AF1BEBE66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8801" y="6598074"/>
              <a:ext cx="47658" cy="177607"/>
            </a:xfrm>
            <a:custGeom>
              <a:avLst/>
              <a:gdLst/>
              <a:ahLst/>
              <a:cxnLst>
                <a:cxn ang="0">
                  <a:pos x="13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21"/>
                </a:cxn>
                <a:cxn ang="0">
                  <a:pos x="7" y="183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7" y="310"/>
                </a:cxn>
                <a:cxn ang="0">
                  <a:pos x="5" y="372"/>
                </a:cxn>
                <a:cxn ang="0">
                  <a:pos x="0" y="492"/>
                </a:cxn>
                <a:cxn ang="0">
                  <a:pos x="132" y="492"/>
                </a:cxn>
                <a:cxn ang="0">
                  <a:pos x="132" y="492"/>
                </a:cxn>
                <a:cxn ang="0">
                  <a:pos x="127" y="372"/>
                </a:cxn>
                <a:cxn ang="0">
                  <a:pos x="124" y="310"/>
                </a:cxn>
                <a:cxn ang="0">
                  <a:pos x="124" y="246"/>
                </a:cxn>
                <a:cxn ang="0">
                  <a:pos x="124" y="246"/>
                </a:cxn>
                <a:cxn ang="0">
                  <a:pos x="124" y="183"/>
                </a:cxn>
                <a:cxn ang="0">
                  <a:pos x="127" y="121"/>
                </a:cxn>
                <a:cxn ang="0">
                  <a:pos x="132" y="0"/>
                </a:cxn>
                <a:cxn ang="0">
                  <a:pos x="132" y="0"/>
                </a:cxn>
              </a:cxnLst>
              <a:rect l="0" t="0" r="r" b="b"/>
              <a:pathLst>
                <a:path w="132" h="492">
                  <a:moveTo>
                    <a:pt x="13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21"/>
                  </a:lnTo>
                  <a:lnTo>
                    <a:pt x="7" y="183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7" y="310"/>
                  </a:lnTo>
                  <a:lnTo>
                    <a:pt x="5" y="372"/>
                  </a:lnTo>
                  <a:lnTo>
                    <a:pt x="0" y="492"/>
                  </a:lnTo>
                  <a:lnTo>
                    <a:pt x="132" y="492"/>
                  </a:lnTo>
                  <a:lnTo>
                    <a:pt x="132" y="492"/>
                  </a:lnTo>
                  <a:lnTo>
                    <a:pt x="127" y="372"/>
                  </a:lnTo>
                  <a:lnTo>
                    <a:pt x="124" y="310"/>
                  </a:lnTo>
                  <a:lnTo>
                    <a:pt x="124" y="246"/>
                  </a:lnTo>
                  <a:lnTo>
                    <a:pt x="124" y="246"/>
                  </a:lnTo>
                  <a:lnTo>
                    <a:pt x="124" y="183"/>
                  </a:lnTo>
                  <a:lnTo>
                    <a:pt x="127" y="121"/>
                  </a:lnTo>
                  <a:lnTo>
                    <a:pt x="132" y="0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  <p:sp>
          <p:nvSpPr>
            <p:cNvPr id="14" name="Freeform 291">
              <a:extLst>
                <a:ext uri="{FF2B5EF4-FFF2-40B4-BE49-F238E27FC236}">
                  <a16:creationId xmlns:a16="http://schemas.microsoft.com/office/drawing/2014/main" id="{55EF5A94-9329-40A3-AA7A-E9D88BABF2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0472" y="6597352"/>
              <a:ext cx="303997" cy="179051"/>
            </a:xfrm>
            <a:custGeom>
              <a:avLst/>
              <a:gdLst/>
              <a:ahLst/>
              <a:cxnLst>
                <a:cxn ang="0">
                  <a:pos x="670" y="265"/>
                </a:cxn>
                <a:cxn ang="0">
                  <a:pos x="719" y="240"/>
                </a:cxn>
                <a:cxn ang="0">
                  <a:pos x="757" y="208"/>
                </a:cxn>
                <a:cxn ang="0">
                  <a:pos x="780" y="168"/>
                </a:cxn>
                <a:cxn ang="0">
                  <a:pos x="786" y="148"/>
                </a:cxn>
                <a:cxn ang="0">
                  <a:pos x="788" y="127"/>
                </a:cxn>
                <a:cxn ang="0">
                  <a:pos x="788" y="115"/>
                </a:cxn>
                <a:cxn ang="0">
                  <a:pos x="784" y="92"/>
                </a:cxn>
                <a:cxn ang="0">
                  <a:pos x="776" y="72"/>
                </a:cxn>
                <a:cxn ang="0">
                  <a:pos x="765" y="54"/>
                </a:cxn>
                <a:cxn ang="0">
                  <a:pos x="757" y="46"/>
                </a:cxn>
                <a:cxn ang="0">
                  <a:pos x="724" y="22"/>
                </a:cxn>
                <a:cxn ang="0">
                  <a:pos x="683" y="8"/>
                </a:cxn>
                <a:cxn ang="0">
                  <a:pos x="637" y="2"/>
                </a:cxn>
                <a:cxn ang="0">
                  <a:pos x="586" y="0"/>
                </a:cxn>
                <a:cxn ang="0">
                  <a:pos x="529" y="2"/>
                </a:cxn>
                <a:cxn ang="0">
                  <a:pos x="413" y="5"/>
                </a:cxn>
                <a:cxn ang="0">
                  <a:pos x="364" y="5"/>
                </a:cxn>
                <a:cxn ang="0">
                  <a:pos x="372" y="167"/>
                </a:cxn>
                <a:cxn ang="0">
                  <a:pos x="373" y="313"/>
                </a:cxn>
                <a:cxn ang="0">
                  <a:pos x="311" y="242"/>
                </a:cxn>
                <a:cxn ang="0">
                  <a:pos x="187" y="86"/>
                </a:cxn>
                <a:cxn ang="0">
                  <a:pos x="0" y="5"/>
                </a:cxn>
                <a:cxn ang="0">
                  <a:pos x="7" y="126"/>
                </a:cxn>
                <a:cxn ang="0">
                  <a:pos x="10" y="251"/>
                </a:cxn>
                <a:cxn ang="0">
                  <a:pos x="8" y="315"/>
                </a:cxn>
                <a:cxn ang="0">
                  <a:pos x="0" y="497"/>
                </a:cxn>
                <a:cxn ang="0">
                  <a:pos x="107" y="497"/>
                </a:cxn>
                <a:cxn ang="0">
                  <a:pos x="97" y="319"/>
                </a:cxn>
                <a:cxn ang="0">
                  <a:pos x="95" y="165"/>
                </a:cxn>
                <a:cxn ang="0">
                  <a:pos x="162" y="242"/>
                </a:cxn>
                <a:cxn ang="0">
                  <a:pos x="299" y="410"/>
                </a:cxn>
                <a:cxn ang="0">
                  <a:pos x="362" y="497"/>
                </a:cxn>
                <a:cxn ang="0">
                  <a:pos x="473" y="497"/>
                </a:cxn>
                <a:cxn ang="0">
                  <a:pos x="467" y="315"/>
                </a:cxn>
                <a:cxn ang="0">
                  <a:pos x="465" y="251"/>
                </a:cxn>
                <a:cxn ang="0">
                  <a:pos x="468" y="68"/>
                </a:cxn>
                <a:cxn ang="0">
                  <a:pos x="502" y="67"/>
                </a:cxn>
                <a:cxn ang="0">
                  <a:pos x="543" y="67"/>
                </a:cxn>
                <a:cxn ang="0">
                  <a:pos x="591" y="72"/>
                </a:cxn>
                <a:cxn ang="0">
                  <a:pos x="618" y="84"/>
                </a:cxn>
                <a:cxn ang="0">
                  <a:pos x="630" y="94"/>
                </a:cxn>
                <a:cxn ang="0">
                  <a:pos x="643" y="113"/>
                </a:cxn>
                <a:cxn ang="0">
                  <a:pos x="649" y="145"/>
                </a:cxn>
                <a:cxn ang="0">
                  <a:pos x="648" y="154"/>
                </a:cxn>
                <a:cxn ang="0">
                  <a:pos x="643" y="175"/>
                </a:cxn>
                <a:cxn ang="0">
                  <a:pos x="634" y="192"/>
                </a:cxn>
                <a:cxn ang="0">
                  <a:pos x="618" y="208"/>
                </a:cxn>
                <a:cxn ang="0">
                  <a:pos x="589" y="227"/>
                </a:cxn>
                <a:cxn ang="0">
                  <a:pos x="542" y="245"/>
                </a:cxn>
                <a:cxn ang="0">
                  <a:pos x="515" y="253"/>
                </a:cxn>
                <a:cxn ang="0">
                  <a:pos x="603" y="370"/>
                </a:cxn>
                <a:cxn ang="0">
                  <a:pos x="689" y="497"/>
                </a:cxn>
                <a:cxn ang="0">
                  <a:pos x="843" y="497"/>
                </a:cxn>
                <a:cxn ang="0">
                  <a:pos x="707" y="318"/>
                </a:cxn>
                <a:cxn ang="0">
                  <a:pos x="670" y="265"/>
                </a:cxn>
              </a:cxnLst>
              <a:rect l="0" t="0" r="r" b="b"/>
              <a:pathLst>
                <a:path w="843" h="497">
                  <a:moveTo>
                    <a:pt x="670" y="265"/>
                  </a:moveTo>
                  <a:lnTo>
                    <a:pt x="670" y="265"/>
                  </a:lnTo>
                  <a:lnTo>
                    <a:pt x="697" y="254"/>
                  </a:lnTo>
                  <a:lnTo>
                    <a:pt x="719" y="240"/>
                  </a:lnTo>
                  <a:lnTo>
                    <a:pt x="740" y="226"/>
                  </a:lnTo>
                  <a:lnTo>
                    <a:pt x="757" y="208"/>
                  </a:lnTo>
                  <a:lnTo>
                    <a:pt x="770" y="189"/>
                  </a:lnTo>
                  <a:lnTo>
                    <a:pt x="780" y="168"/>
                  </a:lnTo>
                  <a:lnTo>
                    <a:pt x="784" y="159"/>
                  </a:lnTo>
                  <a:lnTo>
                    <a:pt x="786" y="148"/>
                  </a:lnTo>
                  <a:lnTo>
                    <a:pt x="788" y="138"/>
                  </a:lnTo>
                  <a:lnTo>
                    <a:pt x="788" y="127"/>
                  </a:lnTo>
                  <a:lnTo>
                    <a:pt x="788" y="127"/>
                  </a:lnTo>
                  <a:lnTo>
                    <a:pt x="788" y="115"/>
                  </a:lnTo>
                  <a:lnTo>
                    <a:pt x="786" y="103"/>
                  </a:lnTo>
                  <a:lnTo>
                    <a:pt x="784" y="92"/>
                  </a:lnTo>
                  <a:lnTo>
                    <a:pt x="781" y="81"/>
                  </a:lnTo>
                  <a:lnTo>
                    <a:pt x="776" y="72"/>
                  </a:lnTo>
                  <a:lnTo>
                    <a:pt x="770" y="62"/>
                  </a:lnTo>
                  <a:lnTo>
                    <a:pt x="765" y="54"/>
                  </a:lnTo>
                  <a:lnTo>
                    <a:pt x="757" y="46"/>
                  </a:lnTo>
                  <a:lnTo>
                    <a:pt x="757" y="46"/>
                  </a:lnTo>
                  <a:lnTo>
                    <a:pt x="742" y="32"/>
                  </a:lnTo>
                  <a:lnTo>
                    <a:pt x="724" y="22"/>
                  </a:lnTo>
                  <a:lnTo>
                    <a:pt x="705" y="14"/>
                  </a:lnTo>
                  <a:lnTo>
                    <a:pt x="683" y="8"/>
                  </a:lnTo>
                  <a:lnTo>
                    <a:pt x="661" y="5"/>
                  </a:lnTo>
                  <a:lnTo>
                    <a:pt x="637" y="2"/>
                  </a:lnTo>
                  <a:lnTo>
                    <a:pt x="611" y="2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29" y="2"/>
                  </a:lnTo>
                  <a:lnTo>
                    <a:pt x="470" y="3"/>
                  </a:lnTo>
                  <a:lnTo>
                    <a:pt x="413" y="5"/>
                  </a:lnTo>
                  <a:lnTo>
                    <a:pt x="364" y="5"/>
                  </a:lnTo>
                  <a:lnTo>
                    <a:pt x="364" y="5"/>
                  </a:lnTo>
                  <a:lnTo>
                    <a:pt x="368" y="86"/>
                  </a:lnTo>
                  <a:lnTo>
                    <a:pt x="372" y="167"/>
                  </a:lnTo>
                  <a:lnTo>
                    <a:pt x="373" y="243"/>
                  </a:lnTo>
                  <a:lnTo>
                    <a:pt x="373" y="313"/>
                  </a:lnTo>
                  <a:lnTo>
                    <a:pt x="373" y="313"/>
                  </a:lnTo>
                  <a:lnTo>
                    <a:pt x="311" y="242"/>
                  </a:lnTo>
                  <a:lnTo>
                    <a:pt x="249" y="165"/>
                  </a:lnTo>
                  <a:lnTo>
                    <a:pt x="187" y="86"/>
                  </a:lnTo>
                  <a:lnTo>
                    <a:pt x="129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7" y="126"/>
                  </a:lnTo>
                  <a:lnTo>
                    <a:pt x="8" y="188"/>
                  </a:lnTo>
                  <a:lnTo>
                    <a:pt x="10" y="251"/>
                  </a:lnTo>
                  <a:lnTo>
                    <a:pt x="10" y="251"/>
                  </a:lnTo>
                  <a:lnTo>
                    <a:pt x="8" y="315"/>
                  </a:lnTo>
                  <a:lnTo>
                    <a:pt x="7" y="377"/>
                  </a:lnTo>
                  <a:lnTo>
                    <a:pt x="0" y="497"/>
                  </a:lnTo>
                  <a:lnTo>
                    <a:pt x="107" y="497"/>
                  </a:lnTo>
                  <a:lnTo>
                    <a:pt x="107" y="497"/>
                  </a:lnTo>
                  <a:lnTo>
                    <a:pt x="100" y="408"/>
                  </a:lnTo>
                  <a:lnTo>
                    <a:pt x="97" y="319"/>
                  </a:lnTo>
                  <a:lnTo>
                    <a:pt x="95" y="238"/>
                  </a:lnTo>
                  <a:lnTo>
                    <a:pt x="95" y="165"/>
                  </a:lnTo>
                  <a:lnTo>
                    <a:pt x="95" y="165"/>
                  </a:lnTo>
                  <a:lnTo>
                    <a:pt x="162" y="242"/>
                  </a:lnTo>
                  <a:lnTo>
                    <a:pt x="230" y="324"/>
                  </a:lnTo>
                  <a:lnTo>
                    <a:pt x="299" y="410"/>
                  </a:lnTo>
                  <a:lnTo>
                    <a:pt x="330" y="454"/>
                  </a:lnTo>
                  <a:lnTo>
                    <a:pt x="362" y="497"/>
                  </a:lnTo>
                  <a:lnTo>
                    <a:pt x="473" y="497"/>
                  </a:lnTo>
                  <a:lnTo>
                    <a:pt x="473" y="497"/>
                  </a:lnTo>
                  <a:lnTo>
                    <a:pt x="468" y="377"/>
                  </a:lnTo>
                  <a:lnTo>
                    <a:pt x="467" y="315"/>
                  </a:lnTo>
                  <a:lnTo>
                    <a:pt x="465" y="251"/>
                  </a:lnTo>
                  <a:lnTo>
                    <a:pt x="465" y="251"/>
                  </a:lnTo>
                  <a:lnTo>
                    <a:pt x="465" y="159"/>
                  </a:lnTo>
                  <a:lnTo>
                    <a:pt x="468" y="68"/>
                  </a:lnTo>
                  <a:lnTo>
                    <a:pt x="468" y="68"/>
                  </a:lnTo>
                  <a:lnTo>
                    <a:pt x="502" y="67"/>
                  </a:lnTo>
                  <a:lnTo>
                    <a:pt x="543" y="67"/>
                  </a:lnTo>
                  <a:lnTo>
                    <a:pt x="543" y="67"/>
                  </a:lnTo>
                  <a:lnTo>
                    <a:pt x="568" y="68"/>
                  </a:lnTo>
                  <a:lnTo>
                    <a:pt x="591" y="72"/>
                  </a:lnTo>
                  <a:lnTo>
                    <a:pt x="610" y="80"/>
                  </a:lnTo>
                  <a:lnTo>
                    <a:pt x="618" y="84"/>
                  </a:lnTo>
                  <a:lnTo>
                    <a:pt x="624" y="89"/>
                  </a:lnTo>
                  <a:lnTo>
                    <a:pt x="630" y="94"/>
                  </a:lnTo>
                  <a:lnTo>
                    <a:pt x="635" y="100"/>
                  </a:lnTo>
                  <a:lnTo>
                    <a:pt x="643" y="113"/>
                  </a:lnTo>
                  <a:lnTo>
                    <a:pt x="648" y="127"/>
                  </a:lnTo>
                  <a:lnTo>
                    <a:pt x="649" y="145"/>
                  </a:lnTo>
                  <a:lnTo>
                    <a:pt x="649" y="145"/>
                  </a:lnTo>
                  <a:lnTo>
                    <a:pt x="648" y="154"/>
                  </a:lnTo>
                  <a:lnTo>
                    <a:pt x="646" y="165"/>
                  </a:lnTo>
                  <a:lnTo>
                    <a:pt x="643" y="175"/>
                  </a:lnTo>
                  <a:lnTo>
                    <a:pt x="638" y="184"/>
                  </a:lnTo>
                  <a:lnTo>
                    <a:pt x="634" y="192"/>
                  </a:lnTo>
                  <a:lnTo>
                    <a:pt x="626" y="200"/>
                  </a:lnTo>
                  <a:lnTo>
                    <a:pt x="618" y="208"/>
                  </a:lnTo>
                  <a:lnTo>
                    <a:pt x="610" y="215"/>
                  </a:lnTo>
                  <a:lnTo>
                    <a:pt x="589" y="227"/>
                  </a:lnTo>
                  <a:lnTo>
                    <a:pt x="567" y="237"/>
                  </a:lnTo>
                  <a:lnTo>
                    <a:pt x="542" y="245"/>
                  </a:lnTo>
                  <a:lnTo>
                    <a:pt x="515" y="253"/>
                  </a:lnTo>
                  <a:lnTo>
                    <a:pt x="515" y="253"/>
                  </a:lnTo>
                  <a:lnTo>
                    <a:pt x="557" y="308"/>
                  </a:lnTo>
                  <a:lnTo>
                    <a:pt x="603" y="370"/>
                  </a:lnTo>
                  <a:lnTo>
                    <a:pt x="648" y="435"/>
                  </a:lnTo>
                  <a:lnTo>
                    <a:pt x="689" y="497"/>
                  </a:lnTo>
                  <a:lnTo>
                    <a:pt x="843" y="497"/>
                  </a:lnTo>
                  <a:lnTo>
                    <a:pt x="843" y="497"/>
                  </a:lnTo>
                  <a:lnTo>
                    <a:pt x="748" y="375"/>
                  </a:lnTo>
                  <a:lnTo>
                    <a:pt x="707" y="318"/>
                  </a:lnTo>
                  <a:lnTo>
                    <a:pt x="670" y="265"/>
                  </a:lnTo>
                  <a:lnTo>
                    <a:pt x="670" y="265"/>
                  </a:lnTo>
                  <a:close/>
                </a:path>
              </a:pathLst>
            </a:custGeom>
            <a:solidFill>
              <a:srgbClr val="005BA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438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1" r:id="rId5"/>
    <p:sldLayoutId id="2147484202" r:id="rId6"/>
    <p:sldLayoutId id="2147484203" r:id="rId7"/>
    <p:sldLayoutId id="2147484204" r:id="rId8"/>
    <p:sldLayoutId id="2147484205" r:id="rId9"/>
    <p:sldLayoutId id="2147484206" r:id="rId10"/>
    <p:sldLayoutId id="2147484207" r:id="rId11"/>
    <p:sldLayoutId id="2147484208" r:id="rId12"/>
    <p:sldLayoutId id="2147484209" r:id="rId13"/>
    <p:sldLayoutId id="2147484210" r:id="rId14"/>
    <p:sldLayoutId id="2147484211" r:id="rId15"/>
    <p:sldLayoutId id="2147484212" r:id="rId16"/>
    <p:sldLayoutId id="2147484213" r:id="rId17"/>
    <p:sldLayoutId id="2147484214" r:id="rId18"/>
    <p:sldLayoutId id="2147484215" r:id="rId19"/>
    <p:sldLayoutId id="2147484216" r:id="rId20"/>
    <p:sldLayoutId id="2147484217" r:id="rId21"/>
  </p:sldLayoutIdLst>
  <p:hf hdr="0" ftr="0" dt="0"/>
  <p:txStyles>
    <p:titleStyle>
      <a:lvl1pPr algn="l" defTabSz="914400" rtl="0" eaLnBrk="1" fontAlgn="ctr" latinLnBrk="0" hangingPunct="1">
        <a:lnSpc>
          <a:spcPct val="100000"/>
        </a:lnSpc>
        <a:spcBef>
          <a:spcPct val="0"/>
        </a:spcBef>
        <a:buNone/>
        <a:defRPr kumimoji="1" sz="1600" b="1" i="0" kern="1200" baseline="0">
          <a:solidFill>
            <a:srgbClr val="000F78"/>
          </a:solidFill>
          <a:latin typeface="+mn-ea"/>
          <a:ea typeface="+mn-ea"/>
          <a:cs typeface="+mj-cs"/>
        </a:defRPr>
      </a:lvl1pPr>
    </p:titleStyle>
    <p:bodyStyle>
      <a:lvl1pPr marL="187200" indent="-187200" algn="l" defTabSz="914400" rtl="0" eaLnBrk="1" fontAlgn="ctr" latinLnBrk="0" hangingPunct="1">
        <a:lnSpc>
          <a:spcPct val="100000"/>
        </a:lnSpc>
        <a:spcBef>
          <a:spcPts val="576"/>
        </a:spcBef>
        <a:buClr>
          <a:srgbClr val="000F78"/>
        </a:buClr>
        <a:buFont typeface="Wingdings" panose="05000000000000000000" pitchFamily="2" charset="2"/>
        <a:buChar char="n"/>
        <a:defRPr kumimoji="1" sz="1280" kern="1200" baseline="0">
          <a:solidFill>
            <a:schemeClr val="tx1"/>
          </a:solidFill>
          <a:latin typeface="+mn-ea"/>
          <a:ea typeface="+mn-ea"/>
          <a:cs typeface="+mn-cs"/>
        </a:defRPr>
      </a:lvl1pPr>
      <a:lvl2pPr marL="609600" indent="-230188" algn="l" defTabSz="914400" rtl="0" eaLnBrk="1" fontAlgn="ctr" latinLnBrk="0" hangingPunct="1">
        <a:lnSpc>
          <a:spcPct val="100000"/>
        </a:lnSpc>
        <a:spcBef>
          <a:spcPts val="504"/>
        </a:spcBef>
        <a:buClr>
          <a:srgbClr val="000F78"/>
        </a:buClr>
        <a:buFont typeface="Wingdings" panose="05000000000000000000" pitchFamily="2" charset="2"/>
        <a:buChar char="l"/>
        <a:tabLst/>
        <a:defRPr kumimoji="1" sz="1120" kern="1200">
          <a:solidFill>
            <a:schemeClr val="tx1"/>
          </a:solidFill>
          <a:latin typeface="+mn-ea"/>
          <a:ea typeface="+mn-ea"/>
          <a:cs typeface="+mn-cs"/>
        </a:defRPr>
      </a:lvl2pPr>
      <a:lvl3pPr marL="984250" indent="-196850" algn="l" defTabSz="914400" rtl="0" eaLnBrk="1" fontAlgn="ctr" latinLnBrk="0" hangingPunct="1">
        <a:lnSpc>
          <a:spcPct val="100000"/>
        </a:lnSpc>
        <a:spcBef>
          <a:spcPts val="2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1120" kern="1200">
          <a:solidFill>
            <a:schemeClr val="tx1"/>
          </a:solidFill>
          <a:latin typeface="+mn-ea"/>
          <a:ea typeface="+mn-ea"/>
          <a:cs typeface="+mn-cs"/>
        </a:defRPr>
      </a:lvl3pPr>
      <a:lvl4pPr marL="1355725" indent="-190500" algn="l" defTabSz="914400" rtl="0" eaLnBrk="1" fontAlgn="ctr" latinLnBrk="0" hangingPunct="1">
        <a:lnSpc>
          <a:spcPct val="100000"/>
        </a:lnSpc>
        <a:spcBef>
          <a:spcPts val="216"/>
        </a:spcBef>
        <a:buClr>
          <a:srgbClr val="000F78"/>
        </a:buClr>
        <a:buFont typeface="Yu Gothic UI" panose="020B0500000000000000" pitchFamily="50" charset="-128"/>
        <a:buChar char="•"/>
        <a:tabLst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4pPr>
      <a:lvl5pPr marL="1674813" indent="-184150" algn="l" defTabSz="914400" rtl="0" eaLnBrk="1" fontAlgn="ctr" latinLnBrk="0" hangingPunct="1">
        <a:lnSpc>
          <a:spcPct val="100000"/>
        </a:lnSpc>
        <a:spcBef>
          <a:spcPts val="144"/>
        </a:spcBef>
        <a:buClr>
          <a:srgbClr val="000F78"/>
        </a:buClr>
        <a:buFont typeface="Arial" panose="020B0604020202020204" pitchFamily="34" charset="0"/>
        <a:buChar char="•"/>
        <a:tabLst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5pPr>
      <a:lvl6pPr marL="1990725" indent="-190500" algn="l" defTabSz="914400" rtl="0" eaLnBrk="1" fontAlgn="ctr" latinLnBrk="0" hangingPunct="1">
        <a:lnSpc>
          <a:spcPct val="90000"/>
        </a:lnSpc>
        <a:spcBef>
          <a:spcPts val="500"/>
        </a:spcBef>
        <a:buClr>
          <a:srgbClr val="000F78"/>
        </a:buClr>
        <a:buFont typeface="Arial" panose="020B0604020202020204" pitchFamily="34" charset="0"/>
        <a:buChar char="•"/>
        <a:defRPr kumimoji="1" sz="96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2" pos="3120">
          <p15:clr>
            <a:srgbClr val="5ACBF0"/>
          </p15:clr>
        </p15:guide>
        <p15:guide id="3" pos="6114">
          <p15:clr>
            <a:srgbClr val="5ACBF0"/>
          </p15:clr>
        </p15:guide>
        <p15:guide id="4" pos="126">
          <p15:clr>
            <a:srgbClr val="5ACBF0"/>
          </p15:clr>
        </p15:guide>
        <p15:guide id="5" orient="horz" pos="4065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hart" Target="../charts/chart2.xml"/><Relationship Id="rId7" Type="http://schemas.openxmlformats.org/officeDocument/2006/relationships/image" Target="../media/image2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551F-081F-1888-F807-3A74E6D2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09737"/>
          </a:xfrm>
        </p:spPr>
        <p:txBody>
          <a:bodyPr/>
          <a:lstStyle/>
          <a:p>
            <a:r>
              <a:rPr lang="en-IN" dirty="0" err="1"/>
              <a:t>PharmaSee</a:t>
            </a:r>
            <a:r>
              <a:rPr lang="en-IN" dirty="0"/>
              <a:t>: An Overview and its Inspiration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B0A5BC-71EF-15E5-AF54-9D60B19D70B4}"/>
              </a:ext>
            </a:extLst>
          </p:cNvPr>
          <p:cNvCxnSpPr>
            <a:cxnSpLocks/>
          </p:cNvCxnSpPr>
          <p:nvPr/>
        </p:nvCxnSpPr>
        <p:spPr>
          <a:xfrm>
            <a:off x="201000" y="1871399"/>
            <a:ext cx="323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E3ED406-2900-D9F6-BDBB-2E2AC54EBF20}"/>
              </a:ext>
            </a:extLst>
          </p:cNvPr>
          <p:cNvSpPr txBox="1">
            <a:spLocks/>
          </p:cNvSpPr>
          <p:nvPr/>
        </p:nvSpPr>
        <p:spPr>
          <a:xfrm>
            <a:off x="128464" y="1355840"/>
            <a:ext cx="3239832" cy="484270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b="1" dirty="0">
                <a:solidFill>
                  <a:schemeClr val="accent1"/>
                </a:solidFill>
              </a:rPr>
              <a:t>Impact of Wastage on Water Bodies due to Improper Disposal of Medication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EBCF4C8-9F90-61CC-C1F3-BC475652481E}"/>
              </a:ext>
            </a:extLst>
          </p:cNvPr>
          <p:cNvSpPr txBox="1">
            <a:spLocks/>
          </p:cNvSpPr>
          <p:nvPr/>
        </p:nvSpPr>
        <p:spPr>
          <a:xfrm>
            <a:off x="128464" y="1988840"/>
            <a:ext cx="3239832" cy="216022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dirty="0">
                <a:solidFill>
                  <a:schemeClr val="accent1"/>
                </a:solidFill>
              </a:rPr>
              <a:t>Statistics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DFE038A-7B74-8BA4-680A-EDED012381D4}"/>
              </a:ext>
            </a:extLst>
          </p:cNvPr>
          <p:cNvSpPr txBox="1">
            <a:spLocks/>
          </p:cNvSpPr>
          <p:nvPr/>
        </p:nvSpPr>
        <p:spPr>
          <a:xfrm>
            <a:off x="201614" y="4826363"/>
            <a:ext cx="3239832" cy="216022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dirty="0">
                <a:solidFill>
                  <a:schemeClr val="accent1"/>
                </a:solidFill>
              </a:rPr>
              <a:t>Impact on Aquatic animals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495515-AB72-F56D-61A6-0A02D5FFEDC6}"/>
              </a:ext>
            </a:extLst>
          </p:cNvPr>
          <p:cNvCxnSpPr>
            <a:cxnSpLocks/>
          </p:cNvCxnSpPr>
          <p:nvPr/>
        </p:nvCxnSpPr>
        <p:spPr>
          <a:xfrm>
            <a:off x="3584848" y="1378707"/>
            <a:ext cx="0" cy="529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00468F0-9091-F926-6A47-28C42F0FEBA9}"/>
              </a:ext>
            </a:extLst>
          </p:cNvPr>
          <p:cNvSpPr txBox="1">
            <a:spLocks/>
          </p:cNvSpPr>
          <p:nvPr/>
        </p:nvSpPr>
        <p:spPr>
          <a:xfrm>
            <a:off x="3728864" y="1356122"/>
            <a:ext cx="5976135" cy="484270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b="1" dirty="0">
                <a:solidFill>
                  <a:schemeClr val="accent1"/>
                </a:solidFill>
              </a:rPr>
              <a:t>Our Proposal: A One Stop Solution for Proper Storage, Tracking, and Disposal ( Self and Take Back Programs) of Pharmaceutical Drugs and Components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E41EF1B-5E69-F16E-F23C-C3E40F88D2B6}"/>
              </a:ext>
            </a:extLst>
          </p:cNvPr>
          <p:cNvSpPr txBox="1">
            <a:spLocks/>
          </p:cNvSpPr>
          <p:nvPr/>
        </p:nvSpPr>
        <p:spPr>
          <a:xfrm>
            <a:off x="201614" y="3592801"/>
            <a:ext cx="3960000" cy="2860388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99DAF2-4083-7D34-D0E9-9C833D05A50C}"/>
              </a:ext>
            </a:extLst>
          </p:cNvPr>
          <p:cNvCxnSpPr>
            <a:cxnSpLocks/>
          </p:cNvCxnSpPr>
          <p:nvPr/>
        </p:nvCxnSpPr>
        <p:spPr>
          <a:xfrm>
            <a:off x="3737908" y="1871399"/>
            <a:ext cx="5832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98AD25F2-0ECA-BB5C-7578-4A6754EA9EAF}"/>
              </a:ext>
            </a:extLst>
          </p:cNvPr>
          <p:cNvSpPr txBox="1">
            <a:spLocks/>
          </p:cNvSpPr>
          <p:nvPr/>
        </p:nvSpPr>
        <p:spPr>
          <a:xfrm>
            <a:off x="3657384" y="1901905"/>
            <a:ext cx="3239832" cy="216022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dirty="0">
                <a:solidFill>
                  <a:schemeClr val="accent1"/>
                </a:solidFill>
              </a:rPr>
              <a:t>Structural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DF50117-51CE-D562-4E5D-C448CDC5A5A3}"/>
              </a:ext>
            </a:extLst>
          </p:cNvPr>
          <p:cNvSpPr txBox="1">
            <a:spLocks/>
          </p:cNvSpPr>
          <p:nvPr/>
        </p:nvSpPr>
        <p:spPr>
          <a:xfrm>
            <a:off x="188219" y="3634697"/>
            <a:ext cx="3072131" cy="3955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900" i="1" dirty="0"/>
              <a:t>Studies found that 80% of samples from the USA and 100% from EU are polluted with pharmaceutical residues 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C183060-DE6A-9E0A-8843-7723FAC89E77}"/>
              </a:ext>
            </a:extLst>
          </p:cNvPr>
          <p:cNvSpPr txBox="1">
            <a:spLocks/>
          </p:cNvSpPr>
          <p:nvPr/>
        </p:nvSpPr>
        <p:spPr>
          <a:xfrm>
            <a:off x="6022406" y="3178738"/>
            <a:ext cx="1263122" cy="32018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b="1" dirty="0" err="1">
                <a:solidFill>
                  <a:schemeClr val="bg1"/>
                </a:solidFill>
              </a:rPr>
              <a:t>PharmaSee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B0D701DD-8BFF-1F10-5294-48A27517E288}"/>
              </a:ext>
            </a:extLst>
          </p:cNvPr>
          <p:cNvSpPr txBox="1">
            <a:spLocks/>
          </p:cNvSpPr>
          <p:nvPr/>
        </p:nvSpPr>
        <p:spPr>
          <a:xfrm>
            <a:off x="5856608" y="6569072"/>
            <a:ext cx="3713419" cy="288927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ACDDD4F8-B16A-5597-A42C-818B275EF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7645459"/>
              </p:ext>
            </p:extLst>
          </p:nvPr>
        </p:nvGraphicFramePr>
        <p:xfrm>
          <a:off x="0" y="2227175"/>
          <a:ext cx="1917408" cy="1365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9B2B831C-96A8-956B-6881-E34DE89C4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5855348"/>
              </p:ext>
            </p:extLst>
          </p:nvPr>
        </p:nvGraphicFramePr>
        <p:xfrm>
          <a:off x="1642926" y="2203122"/>
          <a:ext cx="1917408" cy="1365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670A07A-D959-057E-8850-C6FCB8D0D5DF}"/>
              </a:ext>
            </a:extLst>
          </p:cNvPr>
          <p:cNvSpPr txBox="1">
            <a:spLocks/>
          </p:cNvSpPr>
          <p:nvPr/>
        </p:nvSpPr>
        <p:spPr>
          <a:xfrm>
            <a:off x="95025" y="2566331"/>
            <a:ext cx="567676" cy="216022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dirty="0">
                <a:solidFill>
                  <a:schemeClr val="accent1"/>
                </a:solidFill>
              </a:rPr>
              <a:t>USA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93DFAAA6-A9D6-4FF4-C0FE-9DCE90996975}"/>
              </a:ext>
            </a:extLst>
          </p:cNvPr>
          <p:cNvSpPr txBox="1">
            <a:spLocks/>
          </p:cNvSpPr>
          <p:nvPr/>
        </p:nvSpPr>
        <p:spPr>
          <a:xfrm>
            <a:off x="1584435" y="2567489"/>
            <a:ext cx="806716" cy="319315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dirty="0">
                <a:solidFill>
                  <a:schemeClr val="accent1"/>
                </a:solidFill>
              </a:rPr>
              <a:t>Europe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576042-1280-001F-F9D6-F76D229B4726}"/>
              </a:ext>
            </a:extLst>
          </p:cNvPr>
          <p:cNvSpPr txBox="1"/>
          <p:nvPr/>
        </p:nvSpPr>
        <p:spPr>
          <a:xfrm>
            <a:off x="194916" y="4118874"/>
            <a:ext cx="30587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Commonly found drugs include </a:t>
            </a:r>
            <a:r>
              <a:rPr lang="en-US" sz="1100" b="1" dirty="0">
                <a:solidFill>
                  <a:schemeClr val="accent1"/>
                </a:solidFill>
              </a:rPr>
              <a:t>antibiotics, analgesics, anti-inflammatories, hormones, and antidepressants</a:t>
            </a:r>
            <a:endParaRPr lang="en-IN" sz="1100" b="1" dirty="0">
              <a:solidFill>
                <a:schemeClr val="accent1"/>
              </a:solidFill>
            </a:endParaRP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107E536-B641-1B61-F5AD-3E5998D3C250}"/>
              </a:ext>
            </a:extLst>
          </p:cNvPr>
          <p:cNvSpPr txBox="1">
            <a:spLocks/>
          </p:cNvSpPr>
          <p:nvPr/>
        </p:nvSpPr>
        <p:spPr>
          <a:xfrm>
            <a:off x="181521" y="5220807"/>
            <a:ext cx="3072131" cy="13404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000" i="1" dirty="0"/>
              <a:t>Chemicals found in antidepressants can affect the behaviour  and reproductive effect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00" i="1" dirty="0"/>
              <a:t>The presence of antibiotic residues can promote the development of antibiotic-resistant bacteria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050" i="1" dirty="0"/>
              <a:t>NSAID can </a:t>
            </a:r>
            <a:r>
              <a:rPr lang="en-US" sz="1050" i="1" dirty="0"/>
              <a:t>cause renal failure and death in fish at concentrations as low as 1 µg/L</a:t>
            </a:r>
            <a:endParaRPr lang="en-IN" sz="1050" i="1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153E0A8-73D1-4E7B-A264-F33AD94E4A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073" t="17354" r="12275"/>
          <a:stretch/>
        </p:blipFill>
        <p:spPr>
          <a:xfrm>
            <a:off x="5843527" y="3545663"/>
            <a:ext cx="1764639" cy="157080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348A993-DA0E-7CA3-72B3-575B70EBB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885" y="2270898"/>
            <a:ext cx="1392207" cy="1127024"/>
          </a:xfrm>
          <a:prstGeom prst="rect">
            <a:avLst/>
          </a:prstGeom>
        </p:spPr>
      </p:pic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971BF8F3-52A8-2F40-D0D2-4EDEE8C1F802}"/>
              </a:ext>
            </a:extLst>
          </p:cNvPr>
          <p:cNvSpPr txBox="1">
            <a:spLocks/>
          </p:cNvSpPr>
          <p:nvPr/>
        </p:nvSpPr>
        <p:spPr>
          <a:xfrm>
            <a:off x="5642053" y="2270898"/>
            <a:ext cx="2104202" cy="726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Tight sealed holder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Automatic dispensing and disposal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356582A-BBD9-EBCE-3807-3394A5BF69DD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5169092" y="2633925"/>
            <a:ext cx="472961" cy="2004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81149F05-C31A-DF72-91BB-31837B03B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418" y="2270898"/>
            <a:ext cx="1439300" cy="1103582"/>
          </a:xfrm>
          <a:prstGeom prst="rect">
            <a:avLst/>
          </a:prstGeom>
        </p:spPr>
      </p:pic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9906211A-C180-05C9-F197-982AD7510E82}"/>
              </a:ext>
            </a:extLst>
          </p:cNvPr>
          <p:cNvCxnSpPr>
            <a:cxnSpLocks/>
            <a:stCxn id="60" idx="1"/>
            <a:endCxn id="50" idx="3"/>
          </p:cNvCxnSpPr>
          <p:nvPr/>
        </p:nvCxnSpPr>
        <p:spPr>
          <a:xfrm rot="10800000">
            <a:off x="7746256" y="2633925"/>
            <a:ext cx="412163" cy="1887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994BFD9C-939B-2FE7-59F6-3740CA0B25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7565" y="5220807"/>
            <a:ext cx="1392208" cy="1158345"/>
          </a:xfrm>
          <a:prstGeom prst="rect">
            <a:avLst/>
          </a:prstGeom>
        </p:spPr>
      </p:pic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6DBAB745-0AFD-F9EE-444D-7D66E9DF9440}"/>
              </a:ext>
            </a:extLst>
          </p:cNvPr>
          <p:cNvSpPr txBox="1">
            <a:spLocks/>
          </p:cNvSpPr>
          <p:nvPr/>
        </p:nvSpPr>
        <p:spPr>
          <a:xfrm>
            <a:off x="5405572" y="5223748"/>
            <a:ext cx="1166961" cy="1155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Ventilated slots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Automated slot opening for disposal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2DC47F7-CC7B-7A11-50B1-D304C6EC5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2056" y="5220807"/>
            <a:ext cx="1484375" cy="1151875"/>
          </a:xfrm>
          <a:prstGeom prst="rect">
            <a:avLst/>
          </a:prstGeom>
        </p:spPr>
      </p:pic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91D35C11-D243-86E2-48B7-AB6486773E9F}"/>
              </a:ext>
            </a:extLst>
          </p:cNvPr>
          <p:cNvSpPr txBox="1">
            <a:spLocks/>
          </p:cNvSpPr>
          <p:nvPr/>
        </p:nvSpPr>
        <p:spPr>
          <a:xfrm>
            <a:off x="6802883" y="5223748"/>
            <a:ext cx="1166961" cy="11554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Flexible slots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Tightly sealed cap holders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100" dirty="0"/>
              <a:t>Squeeze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2791512-5B43-C5EC-B996-5109762C94D9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5249773" y="5799980"/>
            <a:ext cx="155799" cy="1470"/>
          </a:xfrm>
          <a:prstGeom prst="bentConnector3">
            <a:avLst>
              <a:gd name="adj1" fmla="val 1465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B6369E7-245F-3D24-9CDD-70455937E9B7}"/>
              </a:ext>
            </a:extLst>
          </p:cNvPr>
          <p:cNvCxnSpPr>
            <a:cxnSpLocks/>
            <a:stCxn id="71" idx="1"/>
            <a:endCxn id="72" idx="3"/>
          </p:cNvCxnSpPr>
          <p:nvPr/>
        </p:nvCxnSpPr>
        <p:spPr>
          <a:xfrm flipH="1">
            <a:off x="7969844" y="5796745"/>
            <a:ext cx="152212" cy="4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A36FEB13-5ECA-CB30-A376-52C071E727B7}"/>
              </a:ext>
            </a:extLst>
          </p:cNvPr>
          <p:cNvSpPr txBox="1">
            <a:spLocks/>
          </p:cNvSpPr>
          <p:nvPr/>
        </p:nvSpPr>
        <p:spPr>
          <a:xfrm>
            <a:off x="3927380" y="4012786"/>
            <a:ext cx="1478191" cy="437251"/>
          </a:xfrm>
          <a:prstGeom prst="rect">
            <a:avLst/>
          </a:prstGeom>
          <a:noFill/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100" i="1" dirty="0"/>
              <a:t>Ventilation slots for tablets and capsules</a:t>
            </a:r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055FFD6E-F3A3-74D9-0B00-836B1AE47855}"/>
              </a:ext>
            </a:extLst>
          </p:cNvPr>
          <p:cNvSpPr txBox="1">
            <a:spLocks/>
          </p:cNvSpPr>
          <p:nvPr/>
        </p:nvSpPr>
        <p:spPr>
          <a:xfrm>
            <a:off x="8119526" y="4030259"/>
            <a:ext cx="1478191" cy="437251"/>
          </a:xfrm>
          <a:prstGeom prst="rect">
            <a:avLst/>
          </a:prstGeom>
          <a:noFill/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100" i="1" dirty="0" err="1"/>
              <a:t>Sandmixing</a:t>
            </a:r>
            <a:r>
              <a:rPr lang="en-IN" sz="1100" i="1" dirty="0"/>
              <a:t> disposal container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1CC36C87-E78F-42EE-11E3-D6BE25B71881}"/>
              </a:ext>
            </a:extLst>
          </p:cNvPr>
          <p:cNvSpPr txBox="1">
            <a:spLocks/>
          </p:cNvSpPr>
          <p:nvPr/>
        </p:nvSpPr>
        <p:spPr>
          <a:xfrm>
            <a:off x="8121352" y="6372184"/>
            <a:ext cx="1486905" cy="238244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N" sz="1100" b="1" dirty="0">
                <a:solidFill>
                  <a:schemeClr val="bg1"/>
                </a:solidFill>
              </a:rPr>
              <a:t>Topical Medicines</a:t>
            </a:r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C858B7AF-9501-3D4C-5EB6-307C1E3C81BA}"/>
              </a:ext>
            </a:extLst>
          </p:cNvPr>
          <p:cNvSpPr txBox="1">
            <a:spLocks/>
          </p:cNvSpPr>
          <p:nvPr/>
        </p:nvSpPr>
        <p:spPr>
          <a:xfrm>
            <a:off x="3857565" y="6342054"/>
            <a:ext cx="1418919" cy="268374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N" sz="1100" b="1" dirty="0">
                <a:solidFill>
                  <a:schemeClr val="bg1"/>
                </a:solidFill>
              </a:rPr>
              <a:t>Tablets &amp; Capsules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A1D61326-3F39-3D39-6958-1CEA9AFDC9F7}"/>
              </a:ext>
            </a:extLst>
          </p:cNvPr>
          <p:cNvSpPr txBox="1">
            <a:spLocks/>
          </p:cNvSpPr>
          <p:nvPr/>
        </p:nvSpPr>
        <p:spPr>
          <a:xfrm>
            <a:off x="8158417" y="3362594"/>
            <a:ext cx="1486905" cy="238244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N" sz="1100" b="1" dirty="0">
                <a:solidFill>
                  <a:schemeClr val="bg1"/>
                </a:solidFill>
              </a:rPr>
              <a:t>Drop Based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2F7F5822-6577-26BC-34BF-0808B145EC07}"/>
              </a:ext>
            </a:extLst>
          </p:cNvPr>
          <p:cNvSpPr txBox="1">
            <a:spLocks/>
          </p:cNvSpPr>
          <p:nvPr/>
        </p:nvSpPr>
        <p:spPr>
          <a:xfrm>
            <a:off x="3774342" y="3332843"/>
            <a:ext cx="1486905" cy="238244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N" sz="1100" b="1">
                <a:solidFill>
                  <a:schemeClr val="bg1"/>
                </a:solidFill>
              </a:rPr>
              <a:t>Liquid</a:t>
            </a:r>
            <a:endParaRPr lang="en-IN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43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551F-081F-1888-F807-3A74E6D2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09737"/>
          </a:xfrm>
        </p:spPr>
        <p:txBody>
          <a:bodyPr/>
          <a:lstStyle/>
          <a:p>
            <a:r>
              <a:rPr lang="en-IN" dirty="0" err="1"/>
              <a:t>PharmaSee</a:t>
            </a:r>
            <a:r>
              <a:rPr lang="en-IN" dirty="0"/>
              <a:t>: How the Device Functions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E3ED406-2900-D9F6-BDBB-2E2AC54EBF20}"/>
              </a:ext>
            </a:extLst>
          </p:cNvPr>
          <p:cNvSpPr txBox="1">
            <a:spLocks/>
          </p:cNvSpPr>
          <p:nvPr/>
        </p:nvSpPr>
        <p:spPr>
          <a:xfrm>
            <a:off x="128464" y="1551184"/>
            <a:ext cx="3239832" cy="288925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sz="1200" b="1" dirty="0">
              <a:solidFill>
                <a:schemeClr val="accent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495515-AB72-F56D-61A6-0A02D5FFEDC6}"/>
              </a:ext>
            </a:extLst>
          </p:cNvPr>
          <p:cNvCxnSpPr>
            <a:cxnSpLocks/>
          </p:cNvCxnSpPr>
          <p:nvPr/>
        </p:nvCxnSpPr>
        <p:spPr>
          <a:xfrm>
            <a:off x="3584848" y="1378707"/>
            <a:ext cx="0" cy="529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0C2A12-2329-4AE0-D7DD-C810354894A3}"/>
              </a:ext>
            </a:extLst>
          </p:cNvPr>
          <p:cNvSpPr txBox="1">
            <a:spLocks/>
          </p:cNvSpPr>
          <p:nvPr/>
        </p:nvSpPr>
        <p:spPr>
          <a:xfrm>
            <a:off x="128464" y="1551184"/>
            <a:ext cx="3239832" cy="288926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b="1" dirty="0">
                <a:solidFill>
                  <a:schemeClr val="accent1"/>
                </a:solidFill>
              </a:rPr>
              <a:t>Drug Identification System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070D40E-7083-7BA1-BDD3-2EBB2EE42349}"/>
              </a:ext>
            </a:extLst>
          </p:cNvPr>
          <p:cNvSpPr txBox="1">
            <a:spLocks/>
          </p:cNvSpPr>
          <p:nvPr/>
        </p:nvSpPr>
        <p:spPr>
          <a:xfrm>
            <a:off x="3737908" y="1551183"/>
            <a:ext cx="3239832" cy="288926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b="1" dirty="0">
                <a:solidFill>
                  <a:schemeClr val="accent1"/>
                </a:solidFill>
              </a:rPr>
              <a:t>How </a:t>
            </a:r>
            <a:r>
              <a:rPr lang="en-IN" sz="1200" b="1" dirty="0" err="1">
                <a:solidFill>
                  <a:schemeClr val="accent1"/>
                </a:solidFill>
              </a:rPr>
              <a:t>PharmaSee</a:t>
            </a:r>
            <a:r>
              <a:rPr lang="en-IN" sz="1200" b="1" dirty="0">
                <a:solidFill>
                  <a:schemeClr val="accent1"/>
                </a:solidFill>
              </a:rPr>
              <a:t>* Works and its Features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4D0E46-1AD0-DABA-DEB0-5F6A9C0ABCFF}"/>
              </a:ext>
            </a:extLst>
          </p:cNvPr>
          <p:cNvGrpSpPr/>
          <p:nvPr/>
        </p:nvGrpSpPr>
        <p:grpSpPr>
          <a:xfrm>
            <a:off x="80067" y="1871399"/>
            <a:ext cx="9617115" cy="4986600"/>
            <a:chOff x="80067" y="1871399"/>
            <a:chExt cx="9617115" cy="498660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2F5D78AD-1260-F6B7-3F6A-232549883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1347" y="2198748"/>
              <a:ext cx="1245358" cy="891737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6B0A5BC-71EF-15E5-AF54-9D60B19D70B4}"/>
                </a:ext>
              </a:extLst>
            </p:cNvPr>
            <p:cNvCxnSpPr>
              <a:cxnSpLocks/>
            </p:cNvCxnSpPr>
            <p:nvPr/>
          </p:nvCxnSpPr>
          <p:spPr>
            <a:xfrm>
              <a:off x="201000" y="1871399"/>
              <a:ext cx="32398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Placeholder 4">
              <a:extLst>
                <a:ext uri="{FF2B5EF4-FFF2-40B4-BE49-F238E27FC236}">
                  <a16:creationId xmlns:a16="http://schemas.microsoft.com/office/drawing/2014/main" id="{4EBCF4C8-9F90-61CC-C1F3-BC475652481E}"/>
                </a:ext>
              </a:extLst>
            </p:cNvPr>
            <p:cNvSpPr txBox="1">
              <a:spLocks/>
            </p:cNvSpPr>
            <p:nvPr/>
          </p:nvSpPr>
          <p:spPr>
            <a:xfrm>
              <a:off x="128464" y="1988840"/>
              <a:ext cx="3239832" cy="216022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endParaRPr lang="en-IN" sz="1200" dirty="0">
                <a:solidFill>
                  <a:schemeClr val="accent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99DAF2-4083-7D34-D0E9-9C833D05A50C}"/>
                </a:ext>
              </a:extLst>
            </p:cNvPr>
            <p:cNvCxnSpPr>
              <a:cxnSpLocks/>
            </p:cNvCxnSpPr>
            <p:nvPr/>
          </p:nvCxnSpPr>
          <p:spPr>
            <a:xfrm>
              <a:off x="3737908" y="1871399"/>
              <a:ext cx="583211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Placeholder 4">
              <a:extLst>
                <a:ext uri="{FF2B5EF4-FFF2-40B4-BE49-F238E27FC236}">
                  <a16:creationId xmlns:a16="http://schemas.microsoft.com/office/drawing/2014/main" id="{9899867C-0AFB-4B0A-05CA-6DA57B956CB3}"/>
                </a:ext>
              </a:extLst>
            </p:cNvPr>
            <p:cNvSpPr txBox="1">
              <a:spLocks/>
            </p:cNvSpPr>
            <p:nvPr/>
          </p:nvSpPr>
          <p:spPr>
            <a:xfrm>
              <a:off x="80067" y="4465491"/>
              <a:ext cx="1537416" cy="216006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100" dirty="0">
                  <a:solidFill>
                    <a:schemeClr val="accent1"/>
                  </a:solidFill>
                </a:rPr>
                <a:t>Take Back Program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A8C283-2D92-9704-7386-3EE0DC2ED041}"/>
                </a:ext>
              </a:extLst>
            </p:cNvPr>
            <p:cNvCxnSpPr>
              <a:cxnSpLocks/>
            </p:cNvCxnSpPr>
            <p:nvPr/>
          </p:nvCxnSpPr>
          <p:spPr>
            <a:xfrm>
              <a:off x="152603" y="4416073"/>
              <a:ext cx="32398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 Placeholder 4">
              <a:extLst>
                <a:ext uri="{FF2B5EF4-FFF2-40B4-BE49-F238E27FC236}">
                  <a16:creationId xmlns:a16="http://schemas.microsoft.com/office/drawing/2014/main" id="{7B1F1A62-F762-BAC9-1AA9-EA490DA66F83}"/>
                </a:ext>
              </a:extLst>
            </p:cNvPr>
            <p:cNvSpPr txBox="1">
              <a:spLocks/>
            </p:cNvSpPr>
            <p:nvPr/>
          </p:nvSpPr>
          <p:spPr>
            <a:xfrm>
              <a:off x="80067" y="4095858"/>
              <a:ext cx="3239832" cy="288925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endParaRPr lang="en-IN" sz="1200" b="1" dirty="0">
                <a:solidFill>
                  <a:schemeClr val="accent1"/>
                </a:solidFill>
              </a:endParaRPr>
            </a:p>
          </p:txBody>
        </p:sp>
        <p:sp>
          <p:nvSpPr>
            <p:cNvPr id="15" name="Text Placeholder 4">
              <a:extLst>
                <a:ext uri="{FF2B5EF4-FFF2-40B4-BE49-F238E27FC236}">
                  <a16:creationId xmlns:a16="http://schemas.microsoft.com/office/drawing/2014/main" id="{69051369-9BDE-F185-AB9D-EDCE71725B6C}"/>
                </a:ext>
              </a:extLst>
            </p:cNvPr>
            <p:cNvSpPr txBox="1">
              <a:spLocks/>
            </p:cNvSpPr>
            <p:nvPr/>
          </p:nvSpPr>
          <p:spPr>
            <a:xfrm>
              <a:off x="80067" y="4095858"/>
              <a:ext cx="3239832" cy="288926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200" b="1" dirty="0">
                  <a:solidFill>
                    <a:schemeClr val="accent1"/>
                  </a:solidFill>
                </a:rPr>
                <a:t>Methods of  Disposal</a:t>
              </a:r>
            </a:p>
          </p:txBody>
        </p:sp>
        <p:sp>
          <p:nvSpPr>
            <p:cNvPr id="18" name="Text Placeholder 4">
              <a:extLst>
                <a:ext uri="{FF2B5EF4-FFF2-40B4-BE49-F238E27FC236}">
                  <a16:creationId xmlns:a16="http://schemas.microsoft.com/office/drawing/2014/main" id="{8951719E-C0D9-2D0B-7519-939984688DCE}"/>
                </a:ext>
              </a:extLst>
            </p:cNvPr>
            <p:cNvSpPr txBox="1">
              <a:spLocks/>
            </p:cNvSpPr>
            <p:nvPr/>
          </p:nvSpPr>
          <p:spPr>
            <a:xfrm>
              <a:off x="1980786" y="4465491"/>
              <a:ext cx="1537416" cy="216006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100" dirty="0">
                  <a:solidFill>
                    <a:schemeClr val="accent1"/>
                  </a:solidFill>
                </a:rPr>
                <a:t>Sand- Mixing </a:t>
              </a:r>
            </a:p>
          </p:txBody>
        </p:sp>
        <p:sp>
          <p:nvSpPr>
            <p:cNvPr id="36" name="Text Placeholder 4">
              <a:extLst>
                <a:ext uri="{FF2B5EF4-FFF2-40B4-BE49-F238E27FC236}">
                  <a16:creationId xmlns:a16="http://schemas.microsoft.com/office/drawing/2014/main" id="{6D609CC3-A6E3-2FDB-62EE-CB8F90AFFB43}"/>
                </a:ext>
              </a:extLst>
            </p:cNvPr>
            <p:cNvSpPr txBox="1">
              <a:spLocks/>
            </p:cNvSpPr>
            <p:nvPr/>
          </p:nvSpPr>
          <p:spPr>
            <a:xfrm>
              <a:off x="3737908" y="2431779"/>
              <a:ext cx="1071074" cy="288926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100" dirty="0">
                  <a:solidFill>
                    <a:schemeClr val="accent1"/>
                  </a:solidFill>
                </a:rPr>
                <a:t>Identification</a:t>
              </a:r>
            </a:p>
          </p:txBody>
        </p:sp>
        <p:sp>
          <p:nvSpPr>
            <p:cNvPr id="41" name="Text Placeholder 4">
              <a:extLst>
                <a:ext uri="{FF2B5EF4-FFF2-40B4-BE49-F238E27FC236}">
                  <a16:creationId xmlns:a16="http://schemas.microsoft.com/office/drawing/2014/main" id="{BF5B6134-9D7D-95B8-1668-F0B3320DF9BD}"/>
                </a:ext>
              </a:extLst>
            </p:cNvPr>
            <p:cNvSpPr txBox="1">
              <a:spLocks/>
            </p:cNvSpPr>
            <p:nvPr/>
          </p:nvSpPr>
          <p:spPr>
            <a:xfrm>
              <a:off x="5856608" y="6569072"/>
              <a:ext cx="3713419" cy="288927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endParaRPr lang="en-IN" dirty="0"/>
            </a:p>
            <a:p>
              <a:pPr marL="0" indent="0">
                <a:buFont typeface="Wingdings" panose="05000000000000000000" pitchFamily="2" charset="2"/>
                <a:buNone/>
              </a:pPr>
              <a:endParaRPr lang="en-IN" dirty="0"/>
            </a:p>
          </p:txBody>
        </p:sp>
        <p:sp>
          <p:nvSpPr>
            <p:cNvPr id="44" name="Text Placeholder 4">
              <a:extLst>
                <a:ext uri="{FF2B5EF4-FFF2-40B4-BE49-F238E27FC236}">
                  <a16:creationId xmlns:a16="http://schemas.microsoft.com/office/drawing/2014/main" id="{60CA3CA8-686E-D8E2-7B7A-0E7854E9C21C}"/>
                </a:ext>
              </a:extLst>
            </p:cNvPr>
            <p:cNvSpPr txBox="1">
              <a:spLocks/>
            </p:cNvSpPr>
            <p:nvPr/>
          </p:nvSpPr>
          <p:spPr>
            <a:xfrm>
              <a:off x="3760325" y="4022612"/>
              <a:ext cx="1071074" cy="288926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100" dirty="0">
                  <a:solidFill>
                    <a:schemeClr val="accent1"/>
                  </a:solidFill>
                </a:rPr>
                <a:t>Storage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1D47BD5-E5A4-7E0E-82F6-9824BEC00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097" y="2194255"/>
              <a:ext cx="1245353" cy="89173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DFC41309-DC28-7DC8-519B-4980FC34C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6977" y="2163147"/>
              <a:ext cx="1250205" cy="927338"/>
            </a:xfrm>
            <a:prstGeom prst="rect">
              <a:avLst/>
            </a:prstGeom>
          </p:spPr>
        </p:pic>
        <p:sp>
          <p:nvSpPr>
            <p:cNvPr id="51" name="Text Placeholder 4">
              <a:extLst>
                <a:ext uri="{FF2B5EF4-FFF2-40B4-BE49-F238E27FC236}">
                  <a16:creationId xmlns:a16="http://schemas.microsoft.com/office/drawing/2014/main" id="{37FFFA8C-4F96-D824-1732-6C33A155A0B2}"/>
                </a:ext>
              </a:extLst>
            </p:cNvPr>
            <p:cNvSpPr txBox="1">
              <a:spLocks/>
            </p:cNvSpPr>
            <p:nvPr/>
          </p:nvSpPr>
          <p:spPr>
            <a:xfrm>
              <a:off x="4858514" y="4095858"/>
              <a:ext cx="1478191" cy="437251"/>
            </a:xfrm>
            <a:prstGeom prst="rect">
              <a:avLst/>
            </a:prstGeom>
            <a:noFill/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IN" sz="1100" i="1" dirty="0"/>
                <a:t>Storage of data such as expiry date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5EA6600-3056-E819-CC2F-B07E121ED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073" t="17354" r="12275"/>
            <a:stretch/>
          </p:blipFill>
          <p:spPr>
            <a:xfrm>
              <a:off x="7077765" y="3733607"/>
              <a:ext cx="1332589" cy="1186213"/>
            </a:xfrm>
            <a:prstGeom prst="rect">
              <a:avLst/>
            </a:prstGeom>
          </p:spPr>
        </p:pic>
        <p:sp>
          <p:nvSpPr>
            <p:cNvPr id="53" name="Text Placeholder 4">
              <a:extLst>
                <a:ext uri="{FF2B5EF4-FFF2-40B4-BE49-F238E27FC236}">
                  <a16:creationId xmlns:a16="http://schemas.microsoft.com/office/drawing/2014/main" id="{3F5F6960-B8DC-08B1-733D-EC86FF6305F6}"/>
                </a:ext>
              </a:extLst>
            </p:cNvPr>
            <p:cNvSpPr txBox="1">
              <a:spLocks/>
            </p:cNvSpPr>
            <p:nvPr/>
          </p:nvSpPr>
          <p:spPr>
            <a:xfrm>
              <a:off x="3772442" y="5466306"/>
              <a:ext cx="1071074" cy="288926"/>
            </a:xfrm>
            <a:prstGeom prst="rect">
              <a:avLst/>
            </a:prstGeom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100" dirty="0">
                  <a:solidFill>
                    <a:schemeClr val="accent1"/>
                  </a:solidFill>
                </a:rPr>
                <a:t>Disposal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B6BA39F-B274-6A89-419D-04248FB64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05328" y="5400019"/>
              <a:ext cx="1387384" cy="763972"/>
            </a:xfrm>
            <a:prstGeom prst="rect">
              <a:avLst/>
            </a:prstGeom>
          </p:spPr>
        </p:pic>
        <p:pic>
          <p:nvPicPr>
            <p:cNvPr id="379906" name="Picture 2" descr="Drug Take Back Program in Glasgow">
              <a:extLst>
                <a:ext uri="{FF2B5EF4-FFF2-40B4-BE49-F238E27FC236}">
                  <a16:creationId xmlns:a16="http://schemas.microsoft.com/office/drawing/2014/main" id="{412E6DB1-BE13-07EB-8A1E-A105CE3C9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3909" y="5293207"/>
              <a:ext cx="1387385" cy="958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AC48A97A-CFAA-DB2D-18F5-CA7D985AAF3E}"/>
                </a:ext>
              </a:extLst>
            </p:cNvPr>
            <p:cNvCxnSpPr>
              <a:cxnSpLocks/>
              <a:stCxn id="46" idx="3"/>
              <a:endCxn id="48" idx="1"/>
            </p:cNvCxnSpPr>
            <p:nvPr/>
          </p:nvCxnSpPr>
          <p:spPr>
            <a:xfrm flipV="1">
              <a:off x="6336705" y="2640123"/>
              <a:ext cx="431392" cy="449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2171760-19D0-A37C-B0B2-8C27344BBF9E}"/>
                </a:ext>
              </a:extLst>
            </p:cNvPr>
            <p:cNvCxnSpPr>
              <a:cxnSpLocks/>
              <a:stCxn id="48" idx="3"/>
              <a:endCxn id="50" idx="1"/>
            </p:cNvCxnSpPr>
            <p:nvPr/>
          </p:nvCxnSpPr>
          <p:spPr>
            <a:xfrm flipV="1">
              <a:off x="8013450" y="2626816"/>
              <a:ext cx="433527" cy="133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8E3E9960-2EDB-BC98-9B0F-7D6FB351A398}"/>
                </a:ext>
              </a:extLst>
            </p:cNvPr>
            <p:cNvCxnSpPr>
              <a:cxnSpLocks/>
              <a:stCxn id="50" idx="2"/>
              <a:endCxn id="52" idx="3"/>
            </p:cNvCxnSpPr>
            <p:nvPr/>
          </p:nvCxnSpPr>
          <p:spPr>
            <a:xfrm rot="5400000">
              <a:off x="8123103" y="3377736"/>
              <a:ext cx="1236229" cy="66172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07" name="Straight Arrow Connector 379906">
              <a:extLst>
                <a:ext uri="{FF2B5EF4-FFF2-40B4-BE49-F238E27FC236}">
                  <a16:creationId xmlns:a16="http://schemas.microsoft.com/office/drawing/2014/main" id="{045C434D-4FC0-9DE8-25D0-9DF8E739B910}"/>
                </a:ext>
              </a:extLst>
            </p:cNvPr>
            <p:cNvCxnSpPr>
              <a:cxnSpLocks/>
              <a:stCxn id="52" idx="1"/>
              <a:endCxn id="51" idx="3"/>
            </p:cNvCxnSpPr>
            <p:nvPr/>
          </p:nvCxnSpPr>
          <p:spPr>
            <a:xfrm flipH="1" flipV="1">
              <a:off x="6336705" y="4314484"/>
              <a:ext cx="741060" cy="12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13" name="Connector: Elbow 379912">
              <a:extLst>
                <a:ext uri="{FF2B5EF4-FFF2-40B4-BE49-F238E27FC236}">
                  <a16:creationId xmlns:a16="http://schemas.microsoft.com/office/drawing/2014/main" id="{A0FFFB87-8CC2-5784-6871-329EF229E506}"/>
                </a:ext>
              </a:extLst>
            </p:cNvPr>
            <p:cNvCxnSpPr>
              <a:cxnSpLocks/>
              <a:stCxn id="51" idx="2"/>
              <a:endCxn id="379906" idx="1"/>
            </p:cNvCxnSpPr>
            <p:nvPr/>
          </p:nvCxnSpPr>
          <p:spPr>
            <a:xfrm rot="5400000">
              <a:off x="4831104" y="5005915"/>
              <a:ext cx="1239312" cy="293701"/>
            </a:xfrm>
            <a:prstGeom prst="bentConnector4">
              <a:avLst>
                <a:gd name="adj1" fmla="val 7711"/>
                <a:gd name="adj2" fmla="val 17783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23" name="Straight Arrow Connector 379922">
              <a:extLst>
                <a:ext uri="{FF2B5EF4-FFF2-40B4-BE49-F238E27FC236}">
                  <a16:creationId xmlns:a16="http://schemas.microsoft.com/office/drawing/2014/main" id="{169E80C9-16A0-322D-45DB-A291522A9E9A}"/>
                </a:ext>
              </a:extLst>
            </p:cNvPr>
            <p:cNvCxnSpPr>
              <a:cxnSpLocks/>
              <a:stCxn id="379906" idx="3"/>
              <a:endCxn id="55" idx="1"/>
            </p:cNvCxnSpPr>
            <p:nvPr/>
          </p:nvCxnSpPr>
          <p:spPr>
            <a:xfrm>
              <a:off x="6691294" y="5772421"/>
              <a:ext cx="1214034" cy="9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933" name="Text Placeholder 4">
              <a:extLst>
                <a:ext uri="{FF2B5EF4-FFF2-40B4-BE49-F238E27FC236}">
                  <a16:creationId xmlns:a16="http://schemas.microsoft.com/office/drawing/2014/main" id="{DE65EB37-33A1-9825-EA0C-A449E330E39F}"/>
                </a:ext>
              </a:extLst>
            </p:cNvPr>
            <p:cNvSpPr txBox="1">
              <a:spLocks/>
            </p:cNvSpPr>
            <p:nvPr/>
          </p:nvSpPr>
          <p:spPr>
            <a:xfrm>
              <a:off x="188219" y="2031790"/>
              <a:ext cx="3072131" cy="139721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900" i="1" dirty="0"/>
                <a:t>Drugs are identified and stored in the system in 3 steps:</a:t>
              </a:r>
            </a:p>
            <a:p>
              <a:pPr>
                <a:buFont typeface="Wingdings" panose="05000000000000000000" pitchFamily="2" charset="2"/>
                <a:buChar char="§"/>
              </a:pPr>
              <a:r>
                <a:rPr lang="en-IN" sz="900" i="1" dirty="0"/>
                <a:t>Medicine container is placed in front of camera</a:t>
              </a:r>
            </a:p>
            <a:p>
              <a:pPr>
                <a:buFont typeface="Wingdings" panose="05000000000000000000" pitchFamily="2" charset="2"/>
                <a:buChar char="§"/>
              </a:pPr>
              <a:r>
                <a:rPr lang="en-IN" sz="900" i="1" dirty="0"/>
                <a:t>Optical Character Recognition (OCR) system identifies what the drug is and searches what category it falls into from a lookup table</a:t>
              </a:r>
            </a:p>
            <a:p>
              <a:pPr>
                <a:buFont typeface="Wingdings" panose="05000000000000000000" pitchFamily="2" charset="2"/>
                <a:buChar char="§"/>
              </a:pPr>
              <a:r>
                <a:rPr lang="en-IN" sz="900" i="1" dirty="0"/>
                <a:t>The relevant compartment is opened and the LED light corresponding to the assigned slot is highlighted.</a:t>
              </a:r>
            </a:p>
          </p:txBody>
        </p:sp>
        <p:sp>
          <p:nvSpPr>
            <p:cNvPr id="379935" name="Text Placeholder 4">
              <a:extLst>
                <a:ext uri="{FF2B5EF4-FFF2-40B4-BE49-F238E27FC236}">
                  <a16:creationId xmlns:a16="http://schemas.microsoft.com/office/drawing/2014/main" id="{A8DA9492-5220-A4C1-5D6E-F7A3D3807318}"/>
                </a:ext>
              </a:extLst>
            </p:cNvPr>
            <p:cNvSpPr txBox="1">
              <a:spLocks/>
            </p:cNvSpPr>
            <p:nvPr/>
          </p:nvSpPr>
          <p:spPr>
            <a:xfrm>
              <a:off x="188219" y="3535826"/>
              <a:ext cx="3072131" cy="4867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900" i="1" dirty="0"/>
                <a:t>Expiry and opening dates for the drug are also entered by the user, thus completing the drug identification process</a:t>
              </a:r>
            </a:p>
          </p:txBody>
        </p:sp>
        <p:sp>
          <p:nvSpPr>
            <p:cNvPr id="379936" name="Text Placeholder 4">
              <a:extLst>
                <a:ext uri="{FF2B5EF4-FFF2-40B4-BE49-F238E27FC236}">
                  <a16:creationId xmlns:a16="http://schemas.microsoft.com/office/drawing/2014/main" id="{BA4C577A-5BC7-2C84-83D5-2224070135D3}"/>
                </a:ext>
              </a:extLst>
            </p:cNvPr>
            <p:cNvSpPr txBox="1">
              <a:spLocks/>
            </p:cNvSpPr>
            <p:nvPr/>
          </p:nvSpPr>
          <p:spPr>
            <a:xfrm>
              <a:off x="123561" y="4806418"/>
              <a:ext cx="1536066" cy="164691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000" i="1" dirty="0"/>
                <a:t>The device is connected to municipal organizations or pharmacies in the vicinity, and updates are sent to these organizations when there are enough medicines to be collected</a:t>
              </a:r>
            </a:p>
          </p:txBody>
        </p:sp>
        <p:sp>
          <p:nvSpPr>
            <p:cNvPr id="379937" name="Text Placeholder 4">
              <a:extLst>
                <a:ext uri="{FF2B5EF4-FFF2-40B4-BE49-F238E27FC236}">
                  <a16:creationId xmlns:a16="http://schemas.microsoft.com/office/drawing/2014/main" id="{AC3CDDF4-BB4B-C921-9E3C-CE4BE0A640A3}"/>
                </a:ext>
              </a:extLst>
            </p:cNvPr>
            <p:cNvSpPr txBox="1">
              <a:spLocks/>
            </p:cNvSpPr>
            <p:nvPr/>
          </p:nvSpPr>
          <p:spPr>
            <a:xfrm>
              <a:off x="1867108" y="4806419"/>
              <a:ext cx="1536066" cy="16469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/>
            <a:lstStyle>
              <a:lvl1pPr marL="187200" indent="-187200" algn="l" defTabSz="914400" rtl="0" eaLnBrk="1" fontAlgn="ctr" latinLnBrk="0" hangingPunct="1">
                <a:lnSpc>
                  <a:spcPct val="100000"/>
                </a:lnSpc>
                <a:spcBef>
                  <a:spcPts val="576"/>
                </a:spcBef>
                <a:buClr>
                  <a:srgbClr val="000F78"/>
                </a:buClr>
                <a:buFont typeface="Wingdings" panose="05000000000000000000" pitchFamily="2" charset="2"/>
                <a:buChar char="n"/>
                <a:defRPr kumimoji="1" sz="1280" kern="1200" baseline="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609600" indent="-230188" algn="l" defTabSz="914400" rtl="0" eaLnBrk="1" fontAlgn="ctr" latinLnBrk="0" hangingPunct="1">
                <a:lnSpc>
                  <a:spcPct val="100000"/>
                </a:lnSpc>
                <a:spcBef>
                  <a:spcPts val="504"/>
                </a:spcBef>
                <a:buClr>
                  <a:srgbClr val="000F78"/>
                </a:buClr>
                <a:buFont typeface="Wingdings" panose="05000000000000000000" pitchFamily="2" charset="2"/>
                <a:buChar char="l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984250" indent="-196850" algn="l" defTabSz="914400" rtl="0" eaLnBrk="1" fontAlgn="ctr" latinLnBrk="0" hangingPunct="1">
                <a:lnSpc>
                  <a:spcPct val="100000"/>
                </a:lnSpc>
                <a:spcBef>
                  <a:spcPts val="2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112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355725" indent="-190500" algn="l" defTabSz="914400" rtl="0" eaLnBrk="1" fontAlgn="ctr" latinLnBrk="0" hangingPunct="1">
                <a:lnSpc>
                  <a:spcPct val="100000"/>
                </a:lnSpc>
                <a:spcBef>
                  <a:spcPts val="216"/>
                </a:spcBef>
                <a:buClr>
                  <a:srgbClr val="000F78"/>
                </a:buClr>
                <a:buFont typeface="Yu Gothic UI" panose="020B0500000000000000" pitchFamily="50" charset="-128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1674813" indent="-184150" algn="l" defTabSz="914400" rtl="0" eaLnBrk="1" fontAlgn="ctr" latinLnBrk="0" hangingPunct="1">
                <a:lnSpc>
                  <a:spcPct val="100000"/>
                </a:lnSpc>
                <a:spcBef>
                  <a:spcPts val="144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tabLst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1990725" indent="-190500" algn="l" defTabSz="914400" rtl="0" eaLnBrk="1" fontAlgn="ctr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F78"/>
                </a:buClr>
                <a:buFont typeface="Arial" panose="020B0604020202020204" pitchFamily="34" charset="0"/>
                <a:buChar char="•"/>
                <a:defRPr kumimoji="1" sz="96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4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IN" sz="1000" i="1" dirty="0"/>
                <a:t>Medicines are mixed with sand or litter present in the sandbox, neutralizing them in the process, thereby preventing environmental contamination. The user disposes of them from time to time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558BD7A-817D-3A2A-19A7-1FEE9417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936" y="245143"/>
            <a:ext cx="5193091" cy="10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0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551F-081F-1888-F807-3A74E6D2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0" y="259200"/>
            <a:ext cx="9504000" cy="609737"/>
          </a:xfrm>
        </p:spPr>
        <p:txBody>
          <a:bodyPr/>
          <a:lstStyle/>
          <a:p>
            <a:r>
              <a:rPr lang="en-IN" dirty="0" err="1"/>
              <a:t>PharmaSee</a:t>
            </a:r>
            <a:r>
              <a:rPr lang="en-IN" dirty="0"/>
              <a:t>: The Impact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B0A5BC-71EF-15E5-AF54-9D60B19D70B4}"/>
              </a:ext>
            </a:extLst>
          </p:cNvPr>
          <p:cNvCxnSpPr>
            <a:cxnSpLocks/>
          </p:cNvCxnSpPr>
          <p:nvPr/>
        </p:nvCxnSpPr>
        <p:spPr>
          <a:xfrm flipV="1">
            <a:off x="5109611" y="1953616"/>
            <a:ext cx="446396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E3ED406-2900-D9F6-BDBB-2E2AC54EBF20}"/>
              </a:ext>
            </a:extLst>
          </p:cNvPr>
          <p:cNvSpPr txBox="1">
            <a:spLocks/>
          </p:cNvSpPr>
          <p:nvPr/>
        </p:nvSpPr>
        <p:spPr>
          <a:xfrm>
            <a:off x="5037074" y="1633402"/>
            <a:ext cx="4680515" cy="423499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sz="1200" b="1" dirty="0">
              <a:solidFill>
                <a:schemeClr val="accent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EBCF4C8-9F90-61CC-C1F3-BC475652481E}"/>
              </a:ext>
            </a:extLst>
          </p:cNvPr>
          <p:cNvSpPr txBox="1">
            <a:spLocks/>
          </p:cNvSpPr>
          <p:nvPr/>
        </p:nvSpPr>
        <p:spPr>
          <a:xfrm>
            <a:off x="5037075" y="2071058"/>
            <a:ext cx="3239832" cy="216022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sz="1200" dirty="0">
              <a:solidFill>
                <a:schemeClr val="accent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495515-AB72-F56D-61A6-0A02D5FFEDC6}"/>
              </a:ext>
            </a:extLst>
          </p:cNvPr>
          <p:cNvCxnSpPr>
            <a:cxnSpLocks/>
          </p:cNvCxnSpPr>
          <p:nvPr/>
        </p:nvCxnSpPr>
        <p:spPr>
          <a:xfrm flipH="1">
            <a:off x="4868926" y="1412776"/>
            <a:ext cx="37323" cy="3096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0C2A12-2329-4AE0-D7DD-C810354894A3}"/>
              </a:ext>
            </a:extLst>
          </p:cNvPr>
          <p:cNvSpPr txBox="1">
            <a:spLocks/>
          </p:cNvSpPr>
          <p:nvPr/>
        </p:nvSpPr>
        <p:spPr>
          <a:xfrm>
            <a:off x="5022970" y="1571911"/>
            <a:ext cx="4680515" cy="423500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b="1" dirty="0">
                <a:solidFill>
                  <a:schemeClr val="accent1"/>
                </a:solidFill>
              </a:rPr>
              <a:t>Potential Impact of Our Product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A91872D-B30B-3726-10C2-83A2FBFDC108}"/>
              </a:ext>
            </a:extLst>
          </p:cNvPr>
          <p:cNvSpPr txBox="1">
            <a:spLocks/>
          </p:cNvSpPr>
          <p:nvPr/>
        </p:nvSpPr>
        <p:spPr>
          <a:xfrm>
            <a:off x="5104256" y="2016071"/>
            <a:ext cx="3239832" cy="288924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100" b="1" dirty="0">
                <a:solidFill>
                  <a:schemeClr val="accent1"/>
                </a:solidFill>
              </a:rPr>
              <a:t>Aim and Purpose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7F6C77C-1E34-F825-E40A-BCE435F61FF3}"/>
              </a:ext>
            </a:extLst>
          </p:cNvPr>
          <p:cNvSpPr txBox="1">
            <a:spLocks/>
          </p:cNvSpPr>
          <p:nvPr/>
        </p:nvSpPr>
        <p:spPr>
          <a:xfrm>
            <a:off x="5104257" y="2351616"/>
            <a:ext cx="4325306" cy="1654292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accent1"/>
                </a:solidFill>
              </a:rPr>
              <a:t>Lessen lack of awareness for storage and disposal methods</a:t>
            </a:r>
          </a:p>
          <a:p>
            <a:pPr marL="0" indent="0">
              <a:buNone/>
            </a:pPr>
            <a:endParaRPr lang="en-IN" sz="11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accent1"/>
                </a:solidFill>
              </a:rPr>
              <a:t>Create proper channels and aid take back programs as well as ensure proper home disposal through sand-mixing</a:t>
            </a:r>
          </a:p>
          <a:p>
            <a:pPr marL="0" indent="0">
              <a:buNone/>
            </a:pPr>
            <a:endParaRPr lang="en-IN" sz="11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accent1"/>
                </a:solidFill>
              </a:rPr>
              <a:t>Increase responsibilities of companies to properly use and disposal of pharmaceutical products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EBAB24D9-BE93-6951-11A3-B4238F0DAAF2}"/>
              </a:ext>
            </a:extLst>
          </p:cNvPr>
          <p:cNvSpPr txBox="1">
            <a:spLocks/>
          </p:cNvSpPr>
          <p:nvPr/>
        </p:nvSpPr>
        <p:spPr>
          <a:xfrm>
            <a:off x="5109612" y="4023823"/>
            <a:ext cx="4602632" cy="423499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100" b="1" dirty="0">
                <a:solidFill>
                  <a:schemeClr val="accent1"/>
                </a:solidFill>
              </a:rPr>
              <a:t>Creation of awareness and channels for disposal which lessens negative impact on water bodies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A6D8080-D349-BCAE-5C6A-36362D7C50BA}"/>
              </a:ext>
            </a:extLst>
          </p:cNvPr>
          <p:cNvSpPr txBox="1">
            <a:spLocks/>
          </p:cNvSpPr>
          <p:nvPr/>
        </p:nvSpPr>
        <p:spPr>
          <a:xfrm>
            <a:off x="5856608" y="6569072"/>
            <a:ext cx="3713419" cy="288927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EFF4B66-521B-0CDF-1A16-67C1645CAE05}"/>
              </a:ext>
            </a:extLst>
          </p:cNvPr>
          <p:cNvSpPr txBox="1">
            <a:spLocks/>
          </p:cNvSpPr>
          <p:nvPr/>
        </p:nvSpPr>
        <p:spPr>
          <a:xfrm>
            <a:off x="188411" y="1447898"/>
            <a:ext cx="4680515" cy="423500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IN" sz="1200" b="1" dirty="0">
                <a:solidFill>
                  <a:schemeClr val="accent1"/>
                </a:solidFill>
              </a:rPr>
              <a:t>Instances wherein Take-Back Programs Helped Significantly Reduce Improper Disposal of Pharmaceutical Drugs Globally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B245005-44BF-4A34-869D-E3CE934E6511}"/>
              </a:ext>
            </a:extLst>
          </p:cNvPr>
          <p:cNvCxnSpPr>
            <a:cxnSpLocks/>
          </p:cNvCxnSpPr>
          <p:nvPr/>
        </p:nvCxnSpPr>
        <p:spPr>
          <a:xfrm flipV="1">
            <a:off x="225153" y="1947509"/>
            <a:ext cx="446396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B343360F-E750-B9FF-F10C-5F3052809263}"/>
              </a:ext>
            </a:extLst>
          </p:cNvPr>
          <p:cNvSpPr txBox="1">
            <a:spLocks/>
          </p:cNvSpPr>
          <p:nvPr/>
        </p:nvSpPr>
        <p:spPr>
          <a:xfrm>
            <a:off x="5008866" y="1551184"/>
            <a:ext cx="4680515" cy="423499"/>
          </a:xfrm>
          <a:prstGeom prst="rect">
            <a:avLst/>
          </a:prstGeom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IN" sz="1200" b="1" dirty="0">
              <a:solidFill>
                <a:schemeClr val="accent1"/>
              </a:solidFill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B7EB0FF2-0435-7986-7BC2-F1D50E27EB3C}"/>
              </a:ext>
            </a:extLst>
          </p:cNvPr>
          <p:cNvSpPr txBox="1">
            <a:spLocks/>
          </p:cNvSpPr>
          <p:nvPr/>
        </p:nvSpPr>
        <p:spPr>
          <a:xfrm>
            <a:off x="290660" y="5301207"/>
            <a:ext cx="9426981" cy="1113033"/>
          </a:xfrm>
          <a:prstGeom prst="rect">
            <a:avLst/>
          </a:prstGeom>
        </p:spPr>
        <p:txBody>
          <a:bodyPr anchor="ctr"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N" sz="4000" b="1" dirty="0">
                <a:solidFill>
                  <a:schemeClr val="accent1"/>
                </a:solidFill>
              </a:rPr>
              <a:t>THANK YOU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6839B267-997B-1062-9497-4146F14CC8B0}"/>
              </a:ext>
            </a:extLst>
          </p:cNvPr>
          <p:cNvSpPr txBox="1">
            <a:spLocks/>
          </p:cNvSpPr>
          <p:nvPr/>
        </p:nvSpPr>
        <p:spPr>
          <a:xfrm>
            <a:off x="188219" y="2031790"/>
            <a:ext cx="4388933" cy="1037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IN" sz="1050" i="1" dirty="0"/>
              <a:t>National Prescription Drug Take-Back Day (USA) collects hundreds of thousands of pounds worth of unused medicines at each event.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050" i="1" dirty="0"/>
              <a:t>Return Unwanted Medicines Project (Australia)  collects approximately 700 tons of unused medicines every year through its programs.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AFB3373C-DC04-00BD-647A-D3854285663B}"/>
              </a:ext>
            </a:extLst>
          </p:cNvPr>
          <p:cNvSpPr txBox="1">
            <a:spLocks/>
          </p:cNvSpPr>
          <p:nvPr/>
        </p:nvSpPr>
        <p:spPr>
          <a:xfrm>
            <a:off x="188411" y="3197446"/>
            <a:ext cx="4388741" cy="13116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050" i="1" dirty="0"/>
              <a:t>Take-back programs help in the following ways: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050" i="1" dirty="0"/>
              <a:t>They reduce the accidental usage of expired or unwanted medicines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050" i="1" dirty="0"/>
              <a:t>They prevent the leaching of medicines into the soil and water bodies, thereby ensuring a less polluted environment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050" i="1" dirty="0"/>
              <a:t>They support community health initiatives and responsible medication use</a:t>
            </a:r>
          </a:p>
        </p:txBody>
      </p:sp>
    </p:spTree>
    <p:extLst>
      <p:ext uri="{BB962C8B-B14F-4D97-AF65-F5344CB8AC3E}">
        <p14:creationId xmlns:p14="http://schemas.microsoft.com/office/powerpoint/2010/main" val="4087560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069D343-42C2-A681-1E36-48B84265C355}"/>
              </a:ext>
            </a:extLst>
          </p:cNvPr>
          <p:cNvSpPr txBox="1">
            <a:spLocks/>
          </p:cNvSpPr>
          <p:nvPr/>
        </p:nvSpPr>
        <p:spPr>
          <a:xfrm>
            <a:off x="5385048" y="6453336"/>
            <a:ext cx="4388933" cy="40466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endParaRPr lang="en-IN" sz="1050" i="1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2C5ACEF-242A-A5BD-D62D-6568761EC63C}"/>
              </a:ext>
            </a:extLst>
          </p:cNvPr>
          <p:cNvSpPr txBox="1">
            <a:spLocks/>
          </p:cNvSpPr>
          <p:nvPr/>
        </p:nvSpPr>
        <p:spPr>
          <a:xfrm>
            <a:off x="2144688" y="1664568"/>
            <a:ext cx="4388933" cy="40466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187200" indent="-187200" algn="l" defTabSz="914400" rtl="0" eaLnBrk="1" fontAlgn="ctr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28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09600" indent="-230188" algn="l" defTabSz="914400" rtl="0" eaLnBrk="1" fontAlgn="ctr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84250" indent="-196850" algn="l" defTabSz="914400" rtl="0" eaLnBrk="1" fontAlgn="ctr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12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55725" indent="-190500" algn="l" defTabSz="914400" rtl="0" eaLnBrk="1" fontAlgn="ctr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674813" indent="-184150" algn="l" defTabSz="914400" rtl="0" eaLnBrk="1" fontAlgn="ctr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990725" indent="-190500" algn="l" defTabSz="914400" rtl="0" eaLnBrk="1" fontAlgn="ctr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96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endParaRPr lang="en-IN" sz="1050" i="1" dirty="0"/>
          </a:p>
        </p:txBody>
      </p:sp>
    </p:spTree>
    <p:extLst>
      <p:ext uri="{BB962C8B-B14F-4D97-AF65-F5344CB8AC3E}">
        <p14:creationId xmlns:p14="http://schemas.microsoft.com/office/powerpoint/2010/main" val="1898512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2.70999999999999996447E+00&quot;&gt;&lt;m_msothmcolidx val=&quot;0&quot;/&gt;&lt;m_rgb r=&quot;BA&quot; g=&quot;2A&quot; b=&quot;75&quot;/&gt;&lt;/elem&gt;&lt;elem m_fUsage=&quot;7.29000000000000092371E-01&quot;&gt;&lt;m_msothmcolidx val=&quot;0&quot;/&gt;&lt;m_rgb r=&quot;44&quot; g=&quot;72&quot; b=&quot;C4&quot;/&gt;&lt;/elem&gt;&lt;elem m_fUsage=&quot;6.56100000000000127542E-01&quot;&gt;&lt;m_msothmcolidx val=&quot;0&quot;/&gt;&lt;m_rgb r=&quot;F7&quot; g=&quot;D6&quot; b=&quot;D6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VqvaNy643iis0Wf2SRt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vlOtW.ZkOsITLSjOl_P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WIE0_39kHT0JZcvELDJ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Jsg_9PXbSOSpiwupekj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VxlVLT1XU4MwN77UNGd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4235lfYNxeE.RmGlKJd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VxlVLT1XU4MwN77UNGd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4235lfYNxeE.RmGlKJd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VxlVLT1XU4MwN77UNGd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VqvaNy643iis0Wf2SRt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vlOtW.ZkOsITLSjOl_P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WIE0_39kHT0JZcvELDJ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Jsg_9PXbSOSpiwupekj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VxlVLT1XU4MwN77UNGd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4235lfYNxeE.RmGlKJd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VqvaNy643iis0Wf2SRt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vlOtW.ZkOsITLSjOl_P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WIE0_39kHT0JZcvELDJ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Jsg_9PXbSOSpiwupekj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VxlVLT1XU4MwN77UNGd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4235lfYNxeE.RmGlKJd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VqvaNy643iis0Wf2SRt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gZ_J3P7tVaSRLhB8Ihs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z7TpGDrGBaeymaz4zrU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vlOtW.ZkOsITLSjOl_P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WIE0_39kHT0JZcvELDJ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Jsg_9PXbSOSpiwupekj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qosPsWKFdfO6RqJNCUP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tb1nvB6II2pCudThjct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VxlVLT1XU4MwN77UNGd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4235lfYNxeE.RmGlKJd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7oSfDrFiI4bgZ3KhlIt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lOJzSnoFvI0PiwdEefw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NRI_Template_2023.potx" id="{36D99BF2-FD01-44C3-A6F0-F8378C8867FB}" vid="{5C8C558A-BB37-404D-ADCC-26825DB0D260}"/>
    </a:ext>
  </a:extLst>
</a:theme>
</file>

<file path=ppt/theme/theme2.xml><?xml version="1.0" encoding="utf-8"?>
<a:theme xmlns:a="http://schemas.openxmlformats.org/drawingml/2006/main" name="11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プレゼンテーション4" id="{B9D05C7E-AA57-48BA-8C4D-49BBA6C736A9}" vid="{0FAA2B32-1DD1-4D7A-8C8B-0A720480C3DE}"/>
    </a:ext>
  </a:extLst>
</a:theme>
</file>

<file path=ppt/theme/theme3.xml><?xml version="1.0" encoding="utf-8"?>
<a:theme xmlns:a="http://schemas.openxmlformats.org/drawingml/2006/main" name="1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プレゼンテーション2" id="{059067AC-8691-AD4F-B3F6-29D73E2A03BB}" vid="{8FC96738-E902-5E44-879F-FE576C179C8F}"/>
    </a:ext>
  </a:extLst>
</a:theme>
</file>

<file path=ppt/theme/theme4.xml><?xml version="1.0" encoding="utf-8"?>
<a:theme xmlns:a="http://schemas.openxmlformats.org/drawingml/2006/main" name="2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NRI_Template_2023.potx" id="{36D99BF2-FD01-44C3-A6F0-F8378C8867FB}" vid="{5C8C558A-BB37-404D-ADCC-26825DB0D260}"/>
    </a:ext>
  </a:extLst>
</a:theme>
</file>

<file path=ppt/theme/theme5.xml><?xml version="1.0" encoding="utf-8"?>
<a:theme xmlns:a="http://schemas.openxmlformats.org/drawingml/2006/main" name="8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プレゼンテーション2" id="{059067AC-8691-AD4F-B3F6-29D73E2A03BB}" vid="{8FC96738-E902-5E44-879F-FE576C179C8F}"/>
    </a:ext>
  </a:extLst>
</a:theme>
</file>

<file path=ppt/theme/theme6.xml><?xml version="1.0" encoding="utf-8"?>
<a:theme xmlns:a="http://schemas.openxmlformats.org/drawingml/2006/main" name="5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プレゼンテーション2" id="{059067AC-8691-AD4F-B3F6-29D73E2A03BB}" vid="{8FC96738-E902-5E44-879F-FE576C179C8F}"/>
    </a:ext>
  </a:extLst>
</a:theme>
</file>

<file path=ppt/theme/theme7.xml><?xml version="1.0" encoding="utf-8"?>
<a:theme xmlns:a="http://schemas.openxmlformats.org/drawingml/2006/main" name="12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プレゼンテーション2" id="{059067AC-8691-AD4F-B3F6-29D73E2A03BB}" vid="{8FC96738-E902-5E44-879F-FE576C179C8F}"/>
    </a:ext>
  </a:extLst>
</a:theme>
</file>

<file path=ppt/theme/theme8.xml><?xml version="1.0" encoding="utf-8"?>
<a:theme xmlns:a="http://schemas.openxmlformats.org/drawingml/2006/main" name="4_NRIGroupPowerPointTemplate2023">
  <a:themeElements>
    <a:clrScheme name="NRI color">
      <a:dk1>
        <a:srgbClr val="000000"/>
      </a:dk1>
      <a:lt1>
        <a:srgbClr val="FFFFFF"/>
      </a:lt1>
      <a:dk2>
        <a:srgbClr val="CCCCCC"/>
      </a:dk2>
      <a:lt2>
        <a:srgbClr val="7F7F7F"/>
      </a:lt2>
      <a:accent1>
        <a:srgbClr val="000F78"/>
      </a:accent1>
      <a:accent2>
        <a:srgbClr val="3C64AA"/>
      </a:accent2>
      <a:accent3>
        <a:srgbClr val="64AADC"/>
      </a:accent3>
      <a:accent4>
        <a:srgbClr val="F59637"/>
      </a:accent4>
      <a:accent5>
        <a:srgbClr val="D73232"/>
      </a:accent5>
      <a:accent6>
        <a:srgbClr val="0F55C3"/>
      </a:accent6>
      <a:hlink>
        <a:srgbClr val="0092C5"/>
      </a:hlink>
      <a:folHlink>
        <a:srgbClr val="954F72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defRPr kumimoji="1" sz="1000" smtClean="0"/>
        </a:defPPr>
      </a:lstStyle>
    </a:txDef>
  </a:objectDefaults>
  <a:extraClrSchemeLst>
    <a:extraClrScheme>
      <a:clrScheme name="NRI color">
        <a:dk1>
          <a:srgbClr val="000000"/>
        </a:dk1>
        <a:lt1>
          <a:srgbClr val="FFFFFF"/>
        </a:lt1>
        <a:dk2>
          <a:srgbClr val="CCCCCC"/>
        </a:dk2>
        <a:lt2>
          <a:srgbClr val="7F7F7F"/>
        </a:lt2>
        <a:accent1>
          <a:srgbClr val="000F78"/>
        </a:accent1>
        <a:accent2>
          <a:srgbClr val="3C64AA"/>
        </a:accent2>
        <a:accent3>
          <a:srgbClr val="64AADC"/>
        </a:accent3>
        <a:accent4>
          <a:srgbClr val="F59637"/>
        </a:accent4>
        <a:accent5>
          <a:srgbClr val="D73232"/>
        </a:accent5>
        <a:accent6>
          <a:srgbClr val="0F55C3"/>
        </a:accent6>
        <a:hlink>
          <a:srgbClr val="0092C5"/>
        </a:hlink>
        <a:folHlink>
          <a:srgbClr val="954F72"/>
        </a:folHlink>
      </a:clrScheme>
    </a:extraClrScheme>
  </a:extraClrSchemeLst>
  <a:custClrLst>
    <a:custClr name="navy">
      <a:srgbClr val="000F78"/>
    </a:custClr>
    <a:custClr name="blue1">
      <a:srgbClr val="96BEF5"/>
    </a:custClr>
    <a:custClr name="blue2">
      <a:srgbClr val="0F55C3"/>
    </a:custClr>
    <a:custClr name="blue3">
      <a:srgbClr val="64AADC"/>
    </a:custClr>
    <a:custClr name="blue4">
      <a:srgbClr val="3C64AA"/>
    </a:custClr>
    <a:custClr name="blue5">
      <a:srgbClr val="64A5B4"/>
    </a:custClr>
    <a:custClr name="blue gray">
      <a:srgbClr val="E4ECED"/>
    </a:custClr>
    <a:custClr name="white">
      <a:srgbClr val="FFFFFF"/>
    </a:custClr>
    <a:custClr name="white">
      <a:srgbClr val="FFFFFF"/>
    </a:custClr>
    <a:custClr name="white">
      <a:srgbClr val="FFFFFF"/>
    </a:custClr>
    <a:custClr name="red">
      <a:srgbClr val="D73232"/>
    </a:custClr>
    <a:custClr name="magenta">
      <a:srgbClr val="BE377D"/>
    </a:custClr>
    <a:custClr name="orange">
      <a:srgbClr val="F59637"/>
    </a:custClr>
    <a:custClr name="yellow">
      <a:srgbClr val="FFDC00"/>
    </a:custClr>
    <a:custClr name="green">
      <a:srgbClr val="BED200"/>
    </a:custClr>
    <a:custClr name="purple">
      <a:srgbClr val="5F3C91"/>
    </a:custClr>
  </a:custClrLst>
  <a:extLst>
    <a:ext uri="{05A4C25C-085E-4340-85A3-A5531E510DB2}">
      <thm15:themeFamily xmlns:thm15="http://schemas.microsoft.com/office/thememl/2012/main" name="NRI_Template_2023.potx" id="{36D99BF2-FD01-44C3-A6F0-F8378C8867FB}" vid="{5C8C558A-BB37-404D-ADCC-26825DB0D260}"/>
    </a:ext>
  </a:extLst>
</a:theme>
</file>

<file path=ppt/theme/theme9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273216c-e2b9-45c7-b155-60b8e0aabb2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7F021CD6D5D1C468CF911F1212B7C53" ma:contentTypeVersion="11" ma:contentTypeDescription="新しいドキュメントを作成します。" ma:contentTypeScope="" ma:versionID="5279696f89c1ce0fdf9da5e33ad81c39">
  <xsd:schema xmlns:xsd="http://www.w3.org/2001/XMLSchema" xmlns:xs="http://www.w3.org/2001/XMLSchema" xmlns:p="http://schemas.microsoft.com/office/2006/metadata/properties" xmlns:ns3="e273216c-e2b9-45c7-b155-60b8e0aabb2a" xmlns:ns4="1b151104-961d-40e2-b952-350db2c95734" targetNamespace="http://schemas.microsoft.com/office/2006/metadata/properties" ma:root="true" ma:fieldsID="b88d117589b3463608d2ae2353c35d7c" ns3:_="" ns4:_="">
    <xsd:import namespace="e273216c-e2b9-45c7-b155-60b8e0aabb2a"/>
    <xsd:import namespace="1b151104-961d-40e2-b952-350db2c9573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3216c-e2b9-45c7-b155-60b8e0aabb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51104-961d-40e2-b952-350db2c9573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BF1889-B45F-4179-A491-DDAEA06B27F9}">
  <ds:schemaRefs>
    <ds:schemaRef ds:uri="1b151104-961d-40e2-b952-350db2c95734"/>
    <ds:schemaRef ds:uri="e273216c-e2b9-45c7-b155-60b8e0aabb2a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58CA27-5DF4-42D5-AED4-B5FF272BAC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3216c-e2b9-45c7-b155-60b8e0aabb2a"/>
    <ds:schemaRef ds:uri="1b151104-961d-40e2-b952-350db2c957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AF1EDB-69D1-4D54-B5DE-E25EF01072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NRI_Template_2023</Template>
  <TotalTime>20450</TotalTime>
  <Words>509</Words>
  <Application>Microsoft Office PowerPoint</Application>
  <PresentationFormat>A4 Paper (210x297 mm)</PresentationFormat>
  <Paragraphs>61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20" baseType="lpstr">
      <vt:lpstr>Meiryo UI</vt:lpstr>
      <vt:lpstr>游ゴシック</vt:lpstr>
      <vt:lpstr>Yu Gothic UI</vt:lpstr>
      <vt:lpstr>(日本語用のフォントを使用)</vt:lpstr>
      <vt:lpstr>Arial</vt:lpstr>
      <vt:lpstr>Wingdings</vt:lpstr>
      <vt:lpstr>システムフォント</vt:lpstr>
      <vt:lpstr>NRIGroupPowerPointTemplate2023</vt:lpstr>
      <vt:lpstr>11_NRIGroupPowerPointTemplate2023</vt:lpstr>
      <vt:lpstr>1_NRIGroupPowerPointTemplate2023</vt:lpstr>
      <vt:lpstr>2_NRIGroupPowerPointTemplate2023</vt:lpstr>
      <vt:lpstr>8_NRIGroupPowerPointTemplate2023</vt:lpstr>
      <vt:lpstr>5_NRIGroupPowerPointTemplate2023</vt:lpstr>
      <vt:lpstr>12_NRIGroupPowerPointTemplate2023</vt:lpstr>
      <vt:lpstr>4_NRIGroupPowerPointTemplate2023</vt:lpstr>
      <vt:lpstr>think-cell Slide</vt:lpstr>
      <vt:lpstr>PharmaSee: An Overview and its Inspiration</vt:lpstr>
      <vt:lpstr>PharmaSee: How the Device Functions</vt:lpstr>
      <vt:lpstr>PharmaSee: The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プロジェクトタイトル（Yu Gothic UI 24pt＋Bold ）</dc:title>
  <dc:creator>辻村　翔(861446)サステナビリティ事業コンサルティング部</dc:creator>
  <cp:lastModifiedBy>Arushi Srivastava</cp:lastModifiedBy>
  <cp:revision>277</cp:revision>
  <dcterms:created xsi:type="dcterms:W3CDTF">2024-03-28T23:47:40Z</dcterms:created>
  <dcterms:modified xsi:type="dcterms:W3CDTF">2024-06-30T09:55:44Z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0x01010017F021CD6D5D1C468CF911F1212B7C53</vt:lpwstr>
  </property>
</Properties>
</file>